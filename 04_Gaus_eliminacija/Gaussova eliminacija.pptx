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4" r:id="rId10"/>
    <p:sldId id="262" r:id="rId11"/>
    <p:sldId id="263" r:id="rId12"/>
    <p:sldId id="273" r:id="rId13"/>
    <p:sldId id="272" r:id="rId14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e Markovič" initials="RM" lastIdx="1" clrIdx="0">
    <p:extLst>
      <p:ext uri="{19B8F6BF-5375-455C-9EA6-DF929625EA0E}">
        <p15:presenceInfo xmlns:p15="http://schemas.microsoft.com/office/powerpoint/2012/main" userId="S::rene.markovic@um.si::b9d8b7ed-c991-46ed-8563-ba6e6da471f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5:49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1 984,'0'0'0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5:50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3993,'32'-3'3850,"-25"3"448,1 0 3708,11-29-5161,-18 28-2819,1-1 0,0 1 0,-1 0 0,1-1 0,0 1 0,0 0 0,0 0 0,0 0 0,0 0 0,0 1 0,0-1 0,1 0 0,-1 1 0,0 0 0,0-1 0,0 1 0,1 0 0,-1 0 0,0 0 0,0 0 0,0 1 0,1-1 0,2 2 0,-2-1 9,-1 1 0,0 0 0,1-1 0,-1 1 0,0 0 0,0 1 0,0-1 0,-1 0 0,1 1 0,0-1 0,-1 1 0,1-1 0,-1 1 0,0 0 0,1 3 0,3 9 97,-2 1 0,0-1-1,0 1 1,-2 0 0,1 18 0,-3-33-103,0 0-1,0-1 1,0 1 0,0-1 0,-1 0 0,1 1 0,0-1 0,0 0 0,0 0-1,0 1 1,0-1 0,-1 0 0,1 0 0,0 0 0,0-1 0,0 1 0,0 0-1,0 0 1,-1-1 0,1 1 0,0 0 0,0-1 0,0 1 0,0-1 0,-2-1-1,0-2 27,0 0-1,1 0 0,-1 0 0,1-1 0,0 1 0,0-1 0,0 1 1,0-1-1,1 0 0,0 0 0,0 0 0,0-5 0,-2-64 111,3 56-147,0 16-25,1 0 0,0 0 0,-1-1 0,1 1 0,0 0 0,0 0 0,0 0 0,1 0 0,-1 0 0,0 0 0,1 1 0,-1-1-1,1 0 1,0 1 0,0-1 0,-1 1 0,1-1 0,0 1 0,0 0 0,0 0 0,0 0 0,1 0 0,2-1 0,-3 1-12,-1 1 1,1-1-1,-1 0 0,1 1 1,-1-1-1,1 1 0,-1-1 1,1 1-1,0 0 1,-1 0-1,1 0 0,0 0 1,-1 0-1,1 0 0,0 0 1,-1 0-1,1 1 1,0-1-1,-1 1 0,1-1 1,-1 1-1,1-1 0,-1 1 1,1 0-1,-1 0 1,1 0-1,-1 0 0,0 0 1,0 0-1,1 0 0,0 2 1,0 0 12,-1 0 1,1-1-1,-1 1 1,0 0-1,0 0 1,0 0-1,0 1 1,0-1-1,-1 0 0,1 0 1,-1 0-1,0 0 1,0 1-1,-1 3 1,1-6 14,-1 1 1,0-1-1,0 0 0,0 1 1,0-1-1,-1 0 1,1 0-1,0 0 0,0 0 1,-1 0-1,1 0 1,0 0-1,-1 0 0,1-1 1,-1 1-1,1 0 1,-1-1-1,0 0 0,1 1 1,-1-1-1,1 0 1,-1 0-1,0 1 0,1-1 1,-1-1-1,0 1 0,-2 0 1,1 0 5,0 0 0,0-1 1,0 1-1,0 0 0,0-1 0,0 0 1,0 1-1,0-1 0,0 0 0,1-1 1,-1 1-1,0 0 0,1-1 0,-1 0 0,1 1 1,-1-1-1,1 0 0,0 0 0,0 0 1,0-1-1,0 1 0,0 0 0,1-1 1,-1 1-1,1-1 0,-3-5 0,1-1 26,0-1 0,1 1 1,0-1-1,0 0 0,1 0 0,0-19 0,2 28-46,0 0 0,-1 0 0,1 0 1,0 0-1,0 0 0,-1 1 0,1-1 1,0 0-1,0 0 0,0 1 0,0-1 1,0 1-1,0-1 0,0 1 0,0-1 1,0 1-1,0-1 0,1 1 0,-1 0 0,0 0 1,0 0-1,0 0 0,0 0 0,2 0 1,-1-1 0,-1 1 0,1 0 1,0 0-1,0 0 1,0 0-1,0 0 0,-1 0 1,1 0-1,0 1 1,0-1-1,0 0 0,-1 1 1,1 0-1,0-1 0,-1 1 1,1 0-1,2 2 1,-1 2 21,0 0 0,-1 0-1,0 1 1,0-1 0,0 1 0,-1-1 0,1 1 0,-2-1 0,1 1 0,0 0 0,-1 0 0,0 0 0,-2 10 0,2 4 97,-3-20-99,1 0-1,0 0 1,-1 0-1,1 0 1,0-1-1,-1 1 1,1-1-1,0 1 0,-1-1 1,1 0-1,-3-1 1,-12-12-629,-4 0-2356,20 15 2806,0-1 1,0 1 0,1-1 0,-1 1 0,0-1 0,0 1 0,1-1-1,-1 1 1,0 0 0,1-1 0,-1 1 0,1 0 0,-1-1 0,1 1 0,-1 0-1,1 0 1,0 0 0,-1-1 0,1 1 0,0 0 0,-1 0 0,1 0-1,0 0 1,0 0 0,0 0 0,0-1 0,0 1 0,0 0 0,0 0-1,0 1 1,-1 22-9353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6:15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1240,'0'0'8930,"8"6"2300,-4-4-11987,-1-3 784,0 1 0,-1 0 0,1 0 0,0 1 0,0-1 0,-1 0 0,1 1 0,0 0 0,-1-1 0,1 1-1,-1 0 1,1 1 0,-1-1 0,1 0 0,-1 1 0,0-1 0,1 1 0,1 2 0,-2-1-12,0 0 0,-1 0 0,1 0 0,-1 0 0,1 1 0,-1-1 0,0 1 0,0-1 0,-1 1-1,1-1 1,-1 1 0,0-1 0,0 1 0,0 4 0,0 6 13,1-6-23,-1-1-1,0 1 1,-1 0-1,0 0 1,-2 8-1,3-14 8,-1 0-1,0-1 0,1 1 1,-1 0-1,0-1 0,0 1 1,0 0-1,0-1 0,0 1 1,0-1-1,0 0 0,-1 1 1,1-1-1,-1 0 0,1 0 1,-1 0-1,1 0 0,-1 0 1,1 0-1,-1 0 1,0 0-1,0-1 0,1 1 1,-1-1-1,0 1 0,-3 0 1,1-1 97,1 1 0,-1 0 0,1-1 0,-1 1 0,1-1 0,-1 0 1,1-1-1,-1 1 0,1 0 0,-1-1 0,1 0 0,-1 0 0,1 0 1,-1 0-1,1 0 0,0-1 0,0 0 0,0 1 0,0-1 0,0 0 0,0-1 1,-3-2-1,3 0-13,0 0-1,1-1 1,0 1 0,-1 0 0,2-1 0,-1 0-1,1 1 1,0-1 0,0 0 0,0 0 0,1 0-1,1-11 1,-2 14-96,1 0 0,0 0 0,0 0 0,0 0 0,0 0 0,1 0 0,-1 1 0,1-1 0,-1 0 0,1 0 0,0 0 0,0 1 0,1-1 0,-1 0 0,0 1 0,1-1 0,0 1 0,-1 0-1,1-1 1,0 1 0,0 0 0,0 0 0,1 0 0,-1 0 0,0 1 0,1-1 0,-1 1 0,1-1 0,0 1 0,-1 0 0,1 0 0,0 0 0,0 0 0,0 0 0,-1 1 0,1 0 0,0-1 0,0 1 0,0 0 0,5 1 0,-6-2-6,1 1 0,-1 0 0,0 0 0,0 0 0,1 0 0,-1 1 0,0-1 0,0 0 0,0 1 0,0 0 0,0-1 0,1 1 1,-1 0-1,0 0 0,-1 0 0,1 1 0,0-1 0,0 0 0,0 1 0,-1-1 0,1 1 0,-1-1 0,1 1 0,2 3 0,-2 1 24,-1 0 0,1-1-1,-1 1 1,0 0 0,0 0-1,-1 0 1,1 0 0,-2 8-1,-28-8-182,13 10-2836,8-3-3971,2 0-4898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38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1027 1400,'0'0'14359,"0"43"1026,0-39-13762,1-12-1623,-1 1 0,2-1 0,-1 1 0,1-1 0,0 1 0,1 0 0,0-1 0,6-10 0,40-61 0,-15 27 0,296-517 0,-189 289 0,-133 265 0,-4 14 0,-4 25 0,0-8 0,20 324 0,-4-126 0,9-13 0,-14-136 0,5 112 0,-16-176-143,0-1 0,0 0 1,0 1-1,0-1 0,0 1 0,0-1 1,0 1-1,0-1 0,1 1 0,-1-1 0,0 0 1,0 1-1,0-1 0,1 1 0,-1-1 1,0 0-1,0 1 0,1-1 0,-1 0 0,0 1 1,1-1-1,-1 0 0,1 0 0,-1 1 1,0-1-1,1 0 0,-1 0 0,1 1 0,-1-1 1,0 0-1,1 0 0,0 0 0,-16 0-7316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0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56 1736,'0'0'20842,"-23"3"-10653,23-2-10189,1 1 0,0-1 0,-1 0 0,1 0 0,0 1 0,0-1 0,0 0 0,0 0 0,0 0 0,0 0 0,0 0 0,1 0 0,-1 0 0,0-1 0,0 1 0,1 0 0,-1-1 0,0 1 0,1-1 0,-1 1 0,1-1 0,-1 1 0,0-1 0,1 0 0,-1 0 0,1 0 0,2 0 0,49 2 0,-48-2 0,155 0 0,-155 1 0,-45 1 0,-224-13 0,258 11 0,59-2 0,162 2 0,-237 0 0,-105 0 0,67 3 0,105 6 0,185 31 0,-216-38 0,-19-3 0,-34-7 0,6-2 0,0 1 0,0 2 0,-54-4 0,142 14 0,88 16 0,-84-10 0,-77-14 0,2-1 0,-1 0 0,1-2 0,-22-12 0,-24-10 0,30 19 0,11 5 0,35 7 0,26 8 0,59 21 0,-36-10 0,-141-53 0,64 26 0,0 0 0,0 1 0,-1 0 0,1 1 0,-1 1 0,0 0 0,-1 2 0,-19-3 0,35 5 0,0 0 0,-1 1 0,1-1 0,0 0 0,0 0 0,0 0 0,0 0 0,0 0 0,-1 0 0,1 1 0,0-1 0,0 0 0,0 0 0,0 0 0,0 0 0,0 1 0,0-1 0,-1 0 0,1 0 0,0 0 0,0 1 0,0-1 0,0 0 0,0 0 0,0 0 0,0 1 0,0-1 0,0 0 0,0 0 0,0 0 0,0 1 0,0-1 0,0 0 0,0 0 0,1 0 0,-1 0 0,0 1 0,0-1 0,0 0 0,0 0 0,0 0 0,0 0 0,0 1 0,1-1 0,-1 0 0,0 0 0,0 0 0,0 0 0,0 0 0,0 1 0,1-1 0,-1 0 0,0 0 0,0 0 0,0 0 0,1 0 0,-1 0 0,0 0 0,0 0 0,11 10 0,7 4 0,0-2 0,1 0 0,1-1 0,0-1 0,33 11 0,2 2 0,-55-21-46,1 0-1,-1-1 1,1 1 0,-1 0-1,0 0 1,0 0 0,0 0-1,0-1 1,0 1 0,0 0-1,0 0 1,0 0 0,-1-1 0,0 3-1,-10 14-5911,-6-1-10634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3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4257,'0'0'17137,"1"-16"-16349,4-49-72,1 42 95,3 21 235,4 18 345,-11 14 655,-5-25 277,-2-19-1270,1-2-1147,-1-7 347,3 8-8047,2 24-416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4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1 663 832,'0'0'22918,"1"-12"-20663,0 1-1,1 0 0,6-22 0,339-503-2254,-331 518 63,-14 17-89,0-1 1,0 0-1,0 0 0,0 0 0,0-1 0,0 1 0,-1 0 0,1-1 0,-1 1 1,1-1-1,-1 0 0,0 1 0,0-1 0,0 0 0,0-3 0,-15 8-5863,-9 11-1433,6-2-134,-5 0-2285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5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48 182 2513,'0'0'20013,"0"7"-14390,7 34-3446,41 80-1276,37 115 639,-49-109-1540,-88-229 0,-23-183 0,-3-5 0,71 266 0,3 11 0,3 38 0,3-5 0,1 0 0,1 0 0,0 0 0,2-1 0,15 36 0,3 14 0,87 253 0,-105-303 0,-5-13 0,-2-10 0,-3-8 0,0 0 0,-1 0 0,0 1 0,-1 0 0,-9-13 0,-15-32 0,-53-186 0,54 145 0,23 79 0,8 27 0,10 28 0,16 28 0,78 195 0,17 124 0,-121-374-84,0-2-408,-3-11-349,-14-24-2019,-16-10-4692,-2 6-7343,14 14 10556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6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1 741 24,'0'0'27685,"2"0"-23882,9-4-2709,-2-2-1069,0 0 0,-1-1 0,0 0 0,0 0-1,-1-1 1,0 0 0,7-9 0,43-69-57,-43 63 26,127-250 6,-68 119 0,-30 72 0,-33 57 0,-9 22 0,-1 1 0,1 0 0,0-1 0,0 1 0,0 0 0,0 0 0,0 0 0,0-1 0,1 1 0,2-3 0,-25 40-3502,-3-14-1566,-4 2-3559,20-16 5438,-17 12-6928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6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17652,'0'0'10790,"9"14"-9296,13 26-551,-1 1 1,22 63 0,-5-9-944,5-1 0,3-2 0,79 116 0,-125-208-16,0 1 1,0-1-1,0 0 0,0 0 1,0 0-1,1 0 0,-1 1 1,0-1-1,0 0 0,0 0 1,0 0-1,0 0 1,0 0-1,0 1 0,0-1 1,0 0-1,0 0 0,1 0 1,-1 0-1,0 0 0,0 0 1,0 0-1,0 1 0,0-1 1,0 0-1,1 0 0,-1 0 1,0 0-1,0 0 0,0 0 1,0 0-1,1 0 0,-1 0 1,0 0-1,0 0 1,0 0-1,0 0 0,1 0 1,-1 0-1,0 0 0,0 0 1,0 0-1,0 0 0,0 0 1,1 0-1,-1 0 0,0 0 1,0 0-1,0 0 0,0-1 1,0 1-1,1 0 0,-1 0 1,0 0-1,0 0 0,0 0 1,0 0-1,0-1 1,4-14-2460,-3-20-5353,-1 34 6865,0-34-10060,0 3 2172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7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1672,'0'0'9062,"6"-11"-7101,-2 9 1220,-2-16 11571,-3 12-12613,28 3-2139,-22 3 0,358 3 0,-363-3-23,-1 0-1,1 0 1,0 0-1,0 0 1,0-1-1,0 1 1,0 0 0,0 0-1,0 0 1,-1 0-1,1 0 1,0 0 0,0 0-1,0 0 1,0-1-1,0 1 1,0 0-1,0 0 1,0 0 0,0 0-1,0 0 1,0-1-1,0 1 1,0 0 0,0 0-1,0 0 1,0 0-1,0 0 1,0-1-1,0 1 1,0 0 0,0 0-1,0 0 1,0 0-1,0 0 1,0 0-1,0-1 1,0 1 0,0 0-1,0 0 1,0 0-1,0 0 1,0 0 0,1 0-1,-1-1 1,0 1-1,0 0 1,0 0-1,0 0 1,0 0 0,0 0-1,1 0 1,-1 0-1,-13-7-3871,-17 3-6447,19 2 4714,-12 0-3825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7:47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27 9778,'0'0'22314,"-2"-3"-21727,2 3-585,-1-1 0,1 1 0,-1 0 0,1-1 0,0 1 0,-1 0 0,1-1 0,0 1 0,-1-1 0,1 1 0,0 0 1,0-1-1,-1 1 0,1-1 0,0 1 0,0-1 0,0 1 0,0-1 0,0 1 0,0-1 0,0 1 0,0-1 0,0 1 0,0-1 0,0 1 0,0-1 0,0 1 0,0-1 0,0 1 0,0-1 0,0 1 0,1-1 0,-1 1 0,0-1 0,0 1 1,1-1-1,-1 1 0,0 0 0,1-1 0,-1 1 0,0 0 0,1-1 0,-1 1 0,1 0 0,-1-1 0,0 1 0,1 0 0,-1 0 0,1-1 0,-1 1 0,1 0 0,0 0 0,28 0-17,-22 0 10,74-1 5,-23-1 0,104 11 0,-159-9-109,-1 0 0,0 0-1,1 1 1,-1-1 0,0 1 0,1 0-1,-1 0 1,0 0 0,0 0 0,0 0-1,0 0 1,0 0 0,0 1 0,2 1-1,-3-1-256,0 0-1,0-1 1,0 1-1,0 0 1,0 0-1,-1 0 1,1 0-1,0 0 1,-1 0-1,0 0 1,1 1-1,-1-1 1,0 0-1,0 3 1,0 6-9094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8:07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21 8242,'0'0'14267,"-18"-21"-5488,24 798-7300,-6-777-1479,0 1 0,0-1 0,0 1 0,0-1 0,0 1 0,1-1 0,-1 1 0,0-1 0,-1 1 0,1-1 0,0 1 0,0-1 0,0 1 0,0-1 0,0 1 0,0-1 0,-1 1 0,1-1 0,0 1 0,0-1 0,-1 0 0,1 1 0,0-1 0,0 1 0,-1-1 0,1 0 0,-1 1 0,1-1 0,0 0 0,-1 0 0,1 1 0,-1-1 0,1 0 0,0 0 0,-1 1 0,1-1 0,-1 0 0,0 0 0,0 0 0,1-1 0,-1 1 0,1 0 0,-1-1 0,0 1 0,1-1 0,-1 1 0,1-1 0,-1 1 0,1-1 0,0 1 0,-1-1 0,1 0 0,0 1 0,-1-1 0,1 0 0,0 1 0,0-1 0,-1 0 0,1 1 0,0-1 0,0 0 0,0 1 0,0-1 0,0 0 0,0 0 0,0-1 0,0-36-2817,0 17-4000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8:08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81 155 12203,'0'0'19569,"-4"-4"-18715,3 3-847,0 0 0,0-1 0,0 1 0,0 0 0,0 0 0,0-1 0,0 1 0,0-1 0,0 1 0,1-1 0,-1 1 0,0-1 1,1 1-1,0-1 0,-1 0 0,1 1 0,0-1 0,0 0 0,0 1 0,0-1 0,0 0 0,0 1 0,0-1 0,1-2 0,1 0-11,0-1 0,1 0 1,-1 1-1,1-1 0,0 1 0,0 0 0,1 0 0,3-4 0,-1 1 4,1 1 0,-1 1 0,1-1 0,1 1 0,-1 0 0,1 1 0,-1 0 0,1 0 0,1 0 0,-1 1 0,0 1 0,16-4 0,-6 3 0,1 1 0,-1 1 0,1 1 0,0 0 0,22 4 0,-31-2 0,-1 0 0,0 0 0,0 1 0,-1 0 0,1 1 0,-1-1 0,1 2 0,-1-1 0,0 1 0,-1 1 0,1-1 0,-1 1 0,0 1 0,-1-1 0,1 1 0,-1 0 0,-1 0 0,1 1 0,-1 0 0,-1 0 0,1 0 0,-1 1 0,-1-1 0,0 1 0,0 0 0,0 0 0,-1 0 0,-1 0 0,1 0 0,-2 1 0,1 9 0,-1-3 0,1-2 0,-2 1 0,1 0 0,-2-1 0,0 1 0,-3 13 0,3-23 0,0 0 0,0 0 0,-1 0 0,1 0 0,-1-1 0,0 1 0,0-1 0,-1 0 0,1 0 0,-1 0 0,0 0 0,0-1 0,0 0 0,0 1 0,-1-1 0,1-1 0,-9 4 0,2-1 0,0-1 0,0 0 0,-1-1 0,1 0 0,-1-1 0,0 0 0,-12-1 0,-86-2 0,90 0 0,-6-2 0,-1-1 0,-40-12 0,-18-2 0,85 18-2,-1 0-1,1 0 1,0 0 0,0 0 0,0 0-1,-1 0 1,1 0 0,0 0-1,0 0 1,0-1 0,-1 1-1,1 0 1,0 0 0,0 0 0,0 0-1,-1 0 1,1 0 0,0 0-1,0 0 1,0-1 0,0 1 0,-1 0-1,1 0 1,0 0 0,0 0-1,0 0 1,0-1 0,0 1 0,0 0-1,-1 0 1,1 0 0,0-1-1,0 1 1,0 0 0,0 0-1,0 0 1,0-1 0,0 1 0,0 0-1,0 0 1,0-1 0,0 1-1,0 0 1,0 0 0,0 0 0,0-1-1,0 1 1,0 0 0,0 0-1,1-1 1,10-11-539,15-8-2953,-26 19 3192,20-14-7439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08:18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60 141 1064,'0'0'21333,"5"-2"-20961,-2 2-357,0-1 1,-1 0 0,1 0-1,0 1 1,0 0-1,0 0 1,0-1 0,-1 2-1,1-1 1,0 0-1,0 0 1,0 1-1,0 0 1,-1-1 0,1 1-1,0 0 1,4 3-1,-5-2 10,0 0 0,0 0 0,0 0 0,0 1 0,0-1 0,-1 0-1,1 1 1,-1-1 0,0 1 0,0 0 0,0-1 0,0 1 0,0 0 0,0 0-1,-1-1 1,1 1 0,-1 0 0,0 0 0,0 0 0,0 4 0,0-3 54,0 0-1,0 0 1,0 1 0,0-1 0,-1 0 0,0 0 0,0 0-1,0 0 1,0 0 0,0-1 0,-1 1 0,0 0 0,-3 6-1,2-8 60,1 0-1,-1 0 0,0 0 0,0 0 0,0 0 0,0-1 1,0 0-1,0 1 0,0-1 0,0 0 0,-1 0 1,1-1-1,0 1 0,-1-1 0,1 0 0,0 0 0,-1 0 1,-3 0-1,4 0 16,1 0 1,-1 0-1,0 0 1,0 0-1,0 0 1,1-1-1,-1 1 1,0-1-1,1 0 1,-1 0-1,0 0 1,1 0-1,-1 0 1,1 0-1,-1-1 1,1 1-1,-3-3 1,3 1-58,0 0 0,1 0 0,-1 0 0,1-1 0,0 1 0,-1 0-1,1 0 1,1-1 0,-1 1 0,1 0 0,-1-1 0,1 1 0,0-1 0,0-4 0,0-8-28,0 1 0,1 0 0,1-1 1,0 1-1,8-27 0,-8 38-73,-1 1 0,0-1 0,1 1 1,0-1-1,0 1 0,0-1 0,0 1 0,1 0 0,-1 0 0,1 0 1,0 1-1,-1-1 0,1 1 0,1-1 0,-1 1 0,0 0 0,0 0 1,1 0-1,-1 0 0,1 1 0,0 0 0,-1 0 0,1 0 0,0 0 1,0 0-1,0 1 0,0-1 0,5 1 0,-7 0 6,0 1 1,0-1-1,0 0 0,0 1 0,0-1 1,0 1-1,-1-1 0,1 1 1,0 0-1,0 0 0,-1 0 0,1 0 1,-1 0-1,1 0 0,-1 1 0,1-1 1,-1 0-1,1 1 0,-1-1 1,0 1-1,0-1 0,0 1 0,0 0 1,0 0-1,0-1 0,-1 1 0,1 0 1,-1 0-1,1 0 0,0 3 1,1 6 56,0 0 1,-1 1-1,-1 21 1,0-26-34,0-6-14,0 0-1,0 1 1,-1-1-1,1 1 1,-1-1 0,1 0-1,-1 0 1,0 1 0,1-1-1,-1 0 1,0 0 0,0 0-1,0 0 1,0 0 0,0 0-1,0 0 1,0 0 0,0 0-1,0 0 1,0 0 0,-1-1-1,1 1 1,0 0 0,-1-1-1,1 1 1,0-1 0,-1 0-1,1 1 1,0-1 0,-1 0-1,1 0 1,-1 0 0,1 0-1,-2 0 1,0 0 9,0 0 0,0 0 0,0 0 1,0 0-1,0-1 0,0 1 0,1-1 0,-1 0 1,0 1-1,0-1 0,1-1 0,-1 1 0,0 0 0,1-1 1,-1 1-1,-3-4 0,2-1-20,0-1 0,1 0 0,0 0 0,0 0 0,1 0 0,0 0 0,0-1 0,0 1 0,1-1 0,0 1 0,1-1 0,0 1 0,0-1 0,2-13 0,-1-6 0,-1 27 0,0-1 0,1 0 0,-1 1 0,1-1 0,-1 1 0,1-1 0,-1 1 0,1-1 0,-1 1 0,1-1 0,-1 1 0,1 0 0,0-1 0,-1 1 0,1 0 0,0-1 0,-1 1 0,1 0 0,0 0 0,-1 0 0,1-1 0,0 1 0,-1 0 0,1 0 0,0 0 0,0 0 0,-1 0 0,1 1 0,0-1 0,-1 0 0,1 0 0,0 0 0,-1 1 0,1-1 0,0 0 0,0 1 0,1-1 0,0 1 0,1-1 0,-1 1 0,0 0 0,0 0 0,0 0 0,0 0 0,0 0 0,0 0 0,-1 0 0,1 0 0,0 1 0,2 2 0,0 5 0,0 2 0,0-1 0,-1 0 0,0 1 0,-1 0 0,0-1 0,-1 1 0,0 0 0,0 0 0,-3 20 0,2-9 0,0-21 0,-1 0 0,1-1 0,0 1 0,-1 0 0,1 0 0,-1-1 0,1 1 0,-1 0 0,0-1 0,1 1 0,-1 0 0,0-1 0,1 1 0,-1-1 0,0 1 0,0-1 0,1 0 0,-1 1 0,0-1 0,0 0 0,0 1 0,0-1 0,0 0 0,1 0 0,-1 0 0,0 0 0,-2 0 0,-28-2 0,30 0-157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54:29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4 256,'0'0'1914,"0"-4"-2430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17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96 234 2881,'0'0'23487,"-4"-1"-21956,3 0-1437,0 1 0,-1 0 0,1-1 0,0 0 0,0 1 0,0-1 1,0 0-1,1 1 0,-1-1 0,0 0 0,0 0 0,0 0 0,1 0 0,-1 0 0,0 0 0,1 0 0,-1 0 0,1 0 0,-1 0 0,1 0 0,-1 0 0,1-1 0,0 0 0,-2-36 2248,2 22-2073,0 9-269,0 0 0,1 0 0,-1 0 0,1 1 0,1-1 0,-1 0 0,1 1 0,1-1 0,-1 1 0,1 0 0,0 0 0,0 0 0,1 0 0,0 0 0,0 1 0,0-1 0,0 1 0,1 0 0,0 1 0,0-1 0,9-5 0,-12 8 0,0 0 0,1 0 0,-1 0 0,1 1 0,-1-1 0,1 1 0,0 0 0,-1-1 0,1 1 0,0 0 0,0 1 0,0-1 0,0 0 0,0 1 0,0 0 0,0-1 0,0 1 0,0 0 0,3 1 0,-3 0 0,-1 0 0,0 1 0,-1-1 0,1 1 0,0-1 0,0 1 0,0 0 0,-1-1 0,1 1 0,-1 0 0,0 0 0,1 0 0,-1 0 0,0 0 0,0 0 0,0 1 0,-1-1 0,1 0 0,0 0 0,-1 1 0,1-1 0,-1 1 0,0-1 0,0 3 0,6 47 0,-3 0 0,-1 0 0,-7 56 0,2-90 0,-1 0 0,0-1 0,-1 1 0,-1-1 0,-1 0 0,-15 27 0,6-16 0,-1 0 0,-38 45 0,49-65 0,-1 0 0,0-1 0,0 1 0,0-2 0,-1 1 0,0-1 0,0 0 0,0 0 0,-16 6 0,24-12 0,-1-1 0,1 1 0,-1-1 0,1 1 0,-1-1 0,1 1 0,0-1 0,-1 1 0,1-1 0,0 0 0,-1 1 0,1-1 0,0 0 0,-1 1 0,1-1 0,0 0 0,0 1 0,0-1 0,0 0 0,0 1 0,0-1 0,0 0 0,0 0 0,0 1 0,0-2 0,0-21 0,1 22 0,-1-1 0,0 0 0,1-1 0,-1 1 0,1 0 0,0 0 0,0 1 0,0-1 0,0 0 0,0 0 0,0 0 0,0 1 0,1-1 0,-1 0 0,0 1 0,1-1 0,0 1 0,-1 0 0,1-1 0,0 1 0,0 0 0,-1 0 0,1 0 0,0 0 0,0 1 0,0-1 0,0 0 0,0 1 0,0-1 0,1 1 0,-1 0 0,0 0 0,2 0 0,11-2 0,0 1 0,0 1 0,20 2 0,-31-1 0,0 1 0,1-1 0,-1 1 0,0 0 0,0 0 0,-1 0 0,1 0 0,0 1 0,-1-1 0,1 1 0,-1 0 0,0 0 0,4 5 0,7 5 0,-10-10 0,0-1 0,0 0 0,0 0 0,0 0 0,0 0 0,1-1 0,-1 0 0,1 0 0,-1 0 0,1 0 0,-1-1 0,1 0 0,0 0 0,-1 0 0,1 0 0,-1-1 0,6-1 0,1 1 0,-8 0 0,0 0 0,1-1 0,-1 1 0,0-1 0,0 0 0,0 0 0,0 0 0,0 0 0,-1 0 0,1-1 0,3-3 0,-5 5 0,1-1 0,0 0 0,-1 0 0,1 0 0,-1 1 0,1-1 0,-1-1 0,0 1 0,0 0 0,0 0 0,0 0 0,0-1 0,0 1 0,-1 0 0,1-1 0,-1 1 0,1-3 0,2 30-1515,-1-4-3973,-2 5-8497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2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42 361 488,'0'0'22358,"-8"-5"-21531,-23-19-299,28 24 2591,4 5-1183,7 19-533,12 23-929,-5-10-114,-13-31-333,0 1 0,0-1 0,1 0 0,0 0 0,0 0 0,1 0 0,-1 0 0,9 9 0,-11-15-22,0 1 0,-1 0 1,1-1-1,0 1 0,0-1 0,0 1 0,-1-1 0,1 1 1,0-1-1,0 1 0,0-1 0,0 0 0,0 0 0,0 0 1,0 1-1,0-1 0,0 0 0,0 0 0,0 0 0,0 0 0,0 0 1,0-1-1,0 1 0,0 0 0,0 0 0,0-1 0,-1 1 1,1 0-1,0-1 0,0 1 0,0-1 0,0 1 0,-1-1 1,1 0-1,0 1 0,0-1 0,-1 0 0,1 1 0,0-1 1,-1 0-1,1 0 0,0-1 0,21-42 205,41-130 73,37-91-1490,-85 246-1523,-8 20-613,-4 13-910,-3 8-1918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23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30 321 2961,'0'0'18544,"-4"-2"-17570,1 1-491,-9-4-137,1 5 3004,11 29-1643,0-6-1488,1-1-1,5 36 1,-4-52-194,-1 1 0,1-1 0,0 0 0,1 1 0,-1-1 0,1 0 0,0 0 0,1-1 0,-1 1 0,1-1 0,0 1 0,9 8 0,-12-14-14,-1 0 0,1 1-1,-1-1 1,0 0 0,1 1-1,-1-1 1,1 0 0,-1 0-1,1 0 1,-1 1 0,1-1 0,-1 0-1,1 0 1,-1 0 0,1 0-1,-1 0 1,1 0 0,-1 0-1,1 0 1,-1 0 0,1 0-1,-1 0 1,1 0 0,-1 0 0,1-1-1,-1 1 1,1 0 0,-1 0-1,1 0 1,-1-1 0,0 1-1,1 0 1,-1-1 0,1 1-1,-1 0 1,0-1 0,1 0-1,10-17 495,29-140 1404,-32 115-1815,3 1-1,0 1 1,3 0-1,21-43 1,-28 68-591,26-40-317,-12 34-2312,-19 21 2524,-1 0 0,1 0 1,0 0-1,0 1 0,0-1 1,0 0-1,-1 1 0,1-1 1,0 1-1,0-1 0,4 1 0,1 0-6931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24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7 334 2897,'0'0'15703,"-6"-8"-7188,8 26-8107,1 1 0,1-1-1,1 1 1,1-1 0,0 0-1,10 18 1,-16-36-375,0 1 0,0-1 0,1 1 0,-1-1 0,0 0 0,1 1 0,-1-1 0,0 1 0,1-1 0,-1 0 0,1 1 0,-1-1 0,0 0 0,1 1 0,-1-1 0,1 0 0,-1 0 0,1 1 0,-1-1 0,1 0 0,-1 0 0,1 0 0,-1 0 0,1 0 0,-1 0 0,1 0 0,-1 0 0,1 0 0,-1 0 0,1 0 0,-1 0 0,1 0 0,-1 0 0,1 0 0,-1-1 0,1 1 0,-1 0 0,1 0 0,-1 0 0,1-1 0,-1 1 0,1 0 0,-1-1 0,0 1 0,1 0 0,-1-1 0,0 1 0,1-1 0,-1 1 0,0-1 0,1 0 0,17-25 645,54-187-370,-4 7-212,-49 180-8446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5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67 4321,'0'0'26372,"0"19"-24298,-23 257-2074,0-36 0,23 116 0,1-343 0,0 1 0,0-1 0,2 1 0,-1-1 0,2 0 0,0 0 0,7 16 0,-10-25 0,1 0 0,1 0 0,-1 0 0,1-1 0,-1 1 0,1 0 0,0-1 0,0 0 0,0 0 0,1 0 0,-1 0 0,1-1 0,0 1 0,-1-1 0,1 0 0,0 0 0,1 0 0,-1 0 0,0-1 0,0 0 0,1 0 0,-1 0 0,0 0 0,1-1 0,5 1 0,4-3 0,-1 1 0,1-2 0,-1 0 0,1 0 0,-1-1 0,0-1 0,0 0 0,-1-1 0,0 0 0,0-1 0,0-1 0,-1 1 0,20-19 0,2-4 0,-3 0 0,0-3 0,27-39 0,-26 30 0,-3-2 0,-1-1 0,-2-1 0,-3-1 0,-1-1 0,-2-1 0,-3 0 0,-2-2 0,-2 1 0,-2-2 0,-2 1 0,0-98 0,-6 99 0,-1 29 0,0 0 0,-6-43 0,-3 55 0,8 8 0,-1 1 0,1 0 0,0 0 0,0-1 0,-1 1 0,1 0 0,0 0 0,-1 0 0,1-1 0,0 1 0,-1 0 0,1 0 0,0 0 0,-1 0 0,1 0 0,0 0 0,-1 0 0,1 0 0,0 0 0,-1 0 0,1 0 0,0 0 0,-1 0 0,1 0 0,0 0 0,-1 0 0,1 0 0,0 0 0,-1 0 0,1 1 0,0-1 0,-1 0 0,1 0 0,0 0 0,0 1 0,-1-1 0,1 0 0,0 0 0,0 1 0,-1-1 0,1 0 0,0 0 0,0 1 0,0-1 0,0 0 0,-1 1 0,1-1 0,0 0 0,0 1 0,0-1 0,-12 38 0,2-1 0,2 1 0,-7 62 0,1-4 0,-7 26 0,5 0 0,5 0 0,7 157 0,6-257 0,1 1 0,11 39 0,-10-48 0,-4-13-66,0 0-1,0 0 1,0 0 0,0 0 0,0 0-1,1 0 1,-1 0 0,0 0 0,1 0-1,-1-1 1,1 1 0,-1 0-1,1 0 1,-1 0 0,1-1 0,-1 1-1,1 0 1,0-1 0,0 1 0,-1 0-1,1-1 1,0 1 0,0-1-1,-1 1 1,1-1 0,0 0 0,0 1-1,0-1 1,0 0 0,0 0 0,0 1-1,0-1 1,0 0 0,-1 0-1,1 0 1,0 0 0,0 0 0,0 0-1,0-1 1,0 1 0,0 0 0,0 0-1,0-1 1,0 1 0,0 0-1,-1-1 1,1 1 0,1-1 0,5-15-7465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6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19996,'0'0'11657,"78"5"-10543,-5-5-1114,0 4 0,0 3 0,83 19 0,-144-25-736,-12-5-1169,-16-11-3595,9 9 2932,-17-15-4183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6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13419,'0'0'18884,"6"2"-18485,63 27-334,-47-19-65,1 0 0,0-1 0,0-1 0,1-1 0,0-2 0,0 0 0,39 2 0,-53-7 7,48-4 48,-54 3-134,-1 0 0,1-1 0,-1 1 0,1-1 0,-1 1 0,0-1 0,0 0 0,0-1 0,0 1 0,0 0 0,0-1 0,-1 1 0,5-7 0,17-25-4342,-6-1-3365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6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1256,'0'0'29817,"-1"8"-28724,-5 219-562,3-23-461,-98 657-70,48-478 0,-41 619 0,93-944 0,1-39 0,0-1 0,-2 1 0,0 0 0,-5 22 0,3-94-17,1 35-1365,-3-31-5613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7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1 394 21621,'0'0'8325,"4"-21"-5944,-1 0-2021,3-10-334,1-1 1,14-40 0,2-7-27,-17 53 0,2 1 0,0 0 0,19-36 0,-22 99 0,-9 47 0,-17 99 0,-3 23 0,8-67 0,18-147-863,1 0 1,0 0-1,1 0 0,-1 0 0,8-10 1,-1 1-3003,13-20-6682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1:58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2777,'0'0'20943,"-8"4"-18509,-24 13 118,31-17-2383,0 1 1,0 0-1,0-1 0,0 1 0,1 0 0,-1 0 1,0 0-1,0 0 0,0 0 0,1 0 0,-1 0 1,1 0-1,-1 1 0,1-1 0,-1 0 0,1 0 1,-1 0-1,1 1 0,0-1 0,0 0 0,0 0 1,0 1-1,0 1 0,36 3-169,-22-4 0,1 1 0,-1 0 0,-1 2 0,1-1 0,0 2 0,17 9 0,-26-12 0,-1 0 0,0 0 0,0 0 0,-1 0 0,1 1 0,-1 0 0,0 0 0,0 0 0,0 0 0,0 0 0,-1 0 0,1 1 0,-1 0 0,0-1 0,-1 1 0,1 0 0,-1 0 0,0 0 0,0-1 0,-1 1 0,1 0 0,-1 9 0,1-7 0,-1 1 0,0 0 0,0 0 0,-1 0 0,0-1 0,0 1 0,0 0 0,-1-1 0,0 1 0,-1-1 0,0 0 0,0 0 0,-1 0 0,1 0 0,-9 10 0,-31 34 0,-53 49 0,88-92 0,5-6 0,1 1 0,-1-1 0,1 1 0,-1 0 0,1 0 0,0 0 0,0 0 0,0 1 0,1-1 0,-1 0 0,1 1 0,0-1 0,-2 8 0,3-9 0,0-1 0,1 1 0,-1 0 0,0-1 0,1 1 0,-1 0 0,1-1 0,0 1 0,-1-1 0,1 1 0,0-1 0,0 1 0,0-1 0,0 0 0,0 1 0,0-1 0,0 0 0,1 0 0,-1 0 0,0 0 0,1 0 0,-1 0 0,1 0 0,-1 0 0,1-1 0,-1 1 0,1 0 0,-1-1 0,1 1 0,0-1 0,1 0 0,49 13 0,0-2 0,1-3 0,0-2 0,72-1 0,-125-5 0,1-1 0,-1 1 0,1 0 0,-1-1 0,0 1 0,1 0 0,-1-1 0,1 1 0,-1 0 0,0-1 0,1 1 0,-1-1 0,0 1 0,0-1 0,1 1 0,-1-1 0,0 1 0,0-1 0,0 1 0,1-1 0,-1 1 0,0-1 0,0 1 0,0-1 0,0 1 0,0-1 0,0 1 0,0-1 0,0 1 0,0-1 0,0 0 0,-1 1 0,1-1 0,0 0 0,0-1 0,0-30-847,0 8-2538,0-5-5546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183 101 3137,'0'0'28738,"-6"-3"-27981,3 2-752,1-1 0,0 1 0,0-1 0,0 1-1,0-1 1,1 0 0,-1 1 0,0-1 0,1 0-1,-1 0 1,1 0 0,0-1 0,-1 1 0,1 0-1,0 0 1,0-1 0,1 1 0,-1-1 0,0 1 0,1 0-1,0-1 1,-1 1 0,1-1 0,0 1 0,0-1-1,0 1 1,1-4 0,0 4-5,-1 1 0,0-1 0,1 1 0,0-1 0,-1 1 0,1-1 0,0 1 0,0-1 0,0 1 0,0 0 0,0-1 0,0 1 0,0 0 0,0 0 0,0 0 0,1 0 0,-1 0 0,0 0 0,1 0 0,-1 0 0,1 0 0,-1 1 0,1-1 0,0 1 0,-1-1 0,1 1 0,-1-1 0,1 1 0,0 0 0,1 0 0,57-4 0,-57 4 0,2-1 0,-1 1 0,0 1 0,0-1 0,1 0 0,-1 1 0,0 0 0,0 0 0,0 0 0,0 1 0,8 3 0,-10-3 0,0-1 0,-1 1 0,1-1 0,0 1 0,-1 0 0,1 0 0,-1 0 0,0 0 0,0 0 0,1 0 0,-1 0 0,-1 1 0,1-1 0,0 0 0,0 0 0,-1 1 0,1-1 0,-1 0 0,0 1 0,0-1 0,0 1 0,0 1 0,0 19 0,1-9 0,-1 0 0,0-1 0,-1 1 0,-1-1 0,-3 17 0,4-27 0,0-1 0,0 1 0,0 0 0,0-1 0,0 1 0,-1-1 0,1 1 0,-1-1 0,0 1 0,0-1 0,0 0 0,0 0 0,0 0 0,0 0 0,0 0 0,-1-1 0,1 1 0,-1-1 0,1 1 0,-1-1 0,1 0 0,-1 0 0,0 0 0,0 0 0,0 0 0,1-1 0,-1 0 0,0 1 0,0-1 0,-4 0 0,14 0 0,-1 1 0,0 0 0,0 0 0,1 0 0,-1 1 0,0 0 0,0 0 0,0 1 0,-1 0 0,1 0 0,-1 0 0,1 1 0,-1-1 0,0 1 0,-1 0 0,1 1 0,0-1 0,-1 1 0,0 0 0,0 0 0,5 10 0,-3-4 0,0 0 0,-1 0 0,0 1 0,-1 0 0,0 0 0,0 0 0,-2 0 0,1 1 0,-2-1 0,1 18 0,-2-15 0,1-5 0,-1-1 0,-1 1 0,1 0 0,-2-1 0,-3 17 0,4-22 0,-1-1 0,0 0 0,1 1 0,-1-1 0,-1 0 0,1 0 0,0 0 0,-1 0 0,1-1 0,-1 1 0,0-1 0,0 1 0,0-1 0,0 0 0,0 0 0,-1 0 0,1-1 0,-6 3 0,-13 2 0,0-1 0,0-1 0,0 0 0,-1-2 0,1-1 0,-1-1 0,-41-4 0,58 4-240,0-1 1,-1 0-1,1 0 1,0 0-1,0-1 1,-1 0-1,1 0 1,0 0-1,1-1 1,-1 0-1,0 0 1,1 0-1,0-1 1,0 0-1,0 0 1,0 0-1,0-1 1,1 0-1,0 0 1,0 0-1,-5-8 1,2-3-7167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1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74 11931,'0'0'20304,"-17"-2"-19852,-56-4-372,71 7-80,0-1 0,1 0 0,-1 1 0,0-1 0,0 1 0,0 0 0,1-1 0,-1 1 0,1 0 0,-1 0 0,0 0 0,1 0 0,-1 0 0,1 1 0,0-1 0,-1 0 0,1 1 0,0-1 0,0 1 0,0-1 0,0 1 0,-1 2 0,-11 37 0,11-33 0,-2 10 0,0 1 0,2 0 0,0-1 0,1 1 0,0 0 0,2 0 0,1 0 0,0 0 0,1 0 0,1-1 0,0 0 0,14 32 0,-14-41 0,0 1 0,1-1 0,0-1 0,0 1 0,1-1 0,0 0 0,1 0 0,0 0 0,0-1 0,1 0 0,-1-1 0,1 1 0,1-2 0,-1 1 0,1-1 0,0 0 0,1-1 0,-1 0 0,1-1 0,-1 0 0,1 0 0,0-1 0,0 0 0,0-1 0,12 0 0,-14 0 0,0 0 0,0-1 0,0-1 0,0 1 0,0-1 0,0-1 0,0 1 0,0-1 0,0-1 0,0 1 0,-1-1 0,1-1 0,-1 1 0,0-1 0,0-1 0,0 1 0,-1-1 0,1 0 0,-1-1 0,10-12 0,-2 4 0,-1 0 0,-1-1 0,0 0 0,-1-1 0,-1-1 0,0 0 0,-1 0 0,-1 0 0,-1-1 0,-1-1 0,0 1 0,-1-1 0,-1 0 0,-1 0 0,0 0 0,-1-26 0,-2 39 0,-1 1 0,1-1 0,-1 1 0,0-1 0,-1 1 0,1-1 0,-1 1 0,0 0 0,0-1 0,-1 1 0,0 1 0,1-1 0,-2 0 0,-4-6 0,1 4 0,0 0 0,-1 0 0,1 1 0,-1 0 0,0 0 0,-1 1 0,-16-8 0,9 6 0,0 1 0,-1 1 0,0 0 0,0 1 0,-1 0 0,1 2 0,-1 0 0,-34 2 0,47 0-172,0 2-1,0-1 1,0 0-1,0 1 1,1 0-1,-1 0 1,1 0-1,-1 1 1,1 0 0,0 0-1,0 0 1,0 0-1,1 0 1,-1 1-1,1 0 1,0-1 0,-1 1-1,2 1 1,-1-1-1,0 0 1,1 1-1,0-1 1,-2 7-1,1-4-278,1 0-1,0-1 0,0 1 0,0 0 0,1 0 0,0 0 1,1 0-1,-1 0 0,1 0 0,1 0 0,-1 0 0,1 0 1,0 0-1,1 0 0,0 0 0,3 8 0,11 7-7772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2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3 381 592,'0'0'30715,"-3"2"-29504,13-12-1167,0 0 0,-1 0 1,0-1-1,-1-1 0,0 1 0,9-22 1,46-96-101,-53 107 51,43-113 5,-59 236 0,-16 36 0,6 0 0,2 159 0,17-266-510,-3-30 486,0 0 1,0 0-1,0 0 0,0 0 1,0 0-1,0 0 0,0 1 1,1-1-1,-1 0 0,0 0 1,0 0-1,0 0 0,0 0 1,0 0-1,1 0 0,-1 0 1,0 0-1,0 0 1,0 0-1,0 0 0,1 0 1,-1 0-1,0 0 0,0 0 1,0 0-1,0 0 0,1 0 1,-1 0-1,0 0 0,0 0 1,0 0-1,0 0 0,0 0 1,1 0-1,-1 0 1,0 0-1,0 0 0,0-1 1,0 1-1,0 0 0,1 0 1,-1 0-1,0 0 0,0 0 1,0 0-1,0-1 0,0 1 1,0 0-1,0 0 0,0 0 1,0 0-1,0 0 0,0-1 1,0 1-1,0 0 1,1 0-1,-1 0 0,0 0 1,0-1-1,0 1 0,-1 0 1,1 0-1,0 0 0,18-52-5912,-11 30 1683,6-20-11340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3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15 2497,'0'0'29406,"-11"-2"-28661,-41-10-596,63 13-179,4 0 30,0-1 0,0 2 0,-1 0 0,1 1 0,-1 1 0,0 0 0,0 0 0,0 2 0,0 0 0,-1 0 0,0 1 0,-1 1 0,1 0 0,14 13 0,-23-17 0,-1 1 0,1-1 0,-1 0 0,0 1 0,0 0 0,-1 0 0,1 0 0,-1 0 0,0 0 0,-1 0 0,1 0 0,-1 1 0,0-1 0,0 1 0,-1-1 0,0 1 0,0-1 0,0 1 0,0-1 0,-1 1 0,0-1 0,0 0 0,0 1 0,-4 7 0,1-3 0,-1 0 0,0 0 0,-1-1 0,0 1 0,0-1 0,-1 0 0,-1-1 0,1 0 0,-1 0 0,0-1 0,-12 8 0,-25 15 0,-34 24 0,73-50 0,2 0 0,-1 1 0,0-1 0,1 1 0,0 0 0,0 0 0,1 1 0,-1-1 0,1 1 0,0 0 0,-3 9 0,5-12 0,1-1 0,-1 1 0,1-1 0,-1 1 0,1 0 0,0-1 0,0 1 0,1-1 0,-1 1 0,0 0 0,1-1 0,0 1 0,-1-1 0,1 1 0,0-1 0,0 1 0,1-1 0,-1 0 0,3 3 0,-1 0 0,2 0 0,-1-1 0,0 0 0,1 0 0,0 0 0,0 0 0,0-1 0,6 3 0,11 4 0,0 0 0,0-2 0,30 7 0,-6-5 0,1-2 0,-1-2 0,92-1 0,-138-5 0,0-1 0,0 0 0,0 0 0,0 1 0,0-1 0,0 0 0,0 1 0,0-1 0,0 0 0,-1 1 0,1-1 0,0 1 0,0-1 0,-1 0 0,1 1 0,-1-1 0,1 1 0,0-1 0,-1 1 0,1-1 0,-1 1 0,1-1 0,-1 1 0,1-1 0,-1 1 0,0 0 0,0-1 0,-26-17-1959,-8-1-7837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4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13 1216,'0'0'24950,"-8"-2"-23401,-1-1-974,6 1-257,0 1 0,-1 0 0,1 0 0,0 0 0,-1 0 0,1 1 0,-1-1 0,-5 1 0,7 0-256,0 1 0,1-1 0,-1 1 0,0-1 0,1 1 0,-1 0 0,0 0 1,1 0-1,-1 0 0,1 0 0,-1 0 0,1 0 0,0 0 0,0 0 0,-1 1 0,-1 2 0,-20 29 438,15-20-440,-8 9-60,1 0 0,1 1 0,0 1 0,2 0 0,1 1 0,1 0 0,1 1 0,2 0 0,0 0 0,2 0 0,1 1 0,-2 29 0,7-52 0,-1 0 0,0-1 0,1 1 0,0 0 0,0 0 0,0-1 0,0 1 0,0-1 0,1 1 0,-1-1 0,1 1 0,0-1 0,0 0 0,1 0 0,-1 0 0,6 5 0,-2-2 0,1-1 0,0 0 0,0 0 0,0-1 0,1 0 0,0 0 0,10 3 0,5 1 0,0-2 0,0-1 0,1 0 0,41 1 0,-40-4 0,0-2 0,0-1 0,32-5 0,-46 4 0,0 0 0,-1-1 0,1-1 0,-1 0 0,0 0 0,0-1 0,0-1 0,-1 1 0,0-1 0,10-9 0,-9 7 0,-1-1 0,1-1 0,-2 0 0,1 0 0,-1 0 0,-1-1 0,0 0 0,0-1 0,-1 0 0,7-20 0,-7 11 0,-1 0 0,0 0 0,-2-1 0,-1 1 0,0-38 0,-2 54 0,0 0 0,-1 0 0,1 0 0,-1 0 0,-1 0 0,1 0 0,-1 0 0,1 0 0,-1 1 0,-1-1 0,1 1 0,-1-1 0,0 1 0,0 0 0,-4-4 0,1 1 0,-1 1 0,1 0 0,-2 1 0,1 0 0,0 0 0,-1 0 0,0 1 0,-10-4 0,4 3 0,-1 0 0,1 1 0,-1 0 0,1 1 0,-1 1 0,0 0 0,0 1 0,0 1 0,0 1 0,-18 2 0,27-2-304,-1 1-1,1 0 1,0 0-1,0 0 1,0 1-1,0 0 1,-8 5-1,9-4-320,0 0-1,0 0 0,1 0 0,-1 0 0,1 1 0,0 0 0,0 0 0,1 0 0,0 0 1,-1 0-1,2 1 0,-1-1 0,1 1 0,0 0 0,0 0 0,0 0 0,1 0 0,0 0 0,0 0 1,0 7-1,1-1-8112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5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49 1320,'0'0'27242,"-24"-9"-25323,-74-24-28,95 31-1876,-1 1 0,0 0 0,0 0 0,0 1 0,0-1 0,0 1 0,0 0 0,1 0 0,-1 0 0,0 0 0,0 1 0,0-1 0,0 1 0,0 0 0,1 0-1,-1 1 1,0-1 0,1 1 0,-1 0 0,1 0 0,-1 0 0,1 0 0,0 1 0,0-1 0,0 1 0,0 0 0,1-1 0,-1 1 0,1 1 0,0-1 0,0 0 0,-3 5 0,-1 6-32,0-1 1,0 2-1,2-1 1,-1 0-1,-3 29 1,6-29 16,0 0 0,0 0 0,1 0 0,1 0 0,1 0 0,0 0 0,1 0 0,0 0 0,4 13 0,-3-19 0,0-1 0,0 0 0,1 0 0,0 0 0,0 0 0,0-1 0,1 1 0,0-1 0,0-1 0,1 1 0,-1-1 0,1 1 0,0-2 0,1 1 0,-1-1 0,1 0 0,13 6 0,-9-5 0,0-1 0,0 0 0,1-1 0,-1 0 0,1-1 0,0 0 0,-1-1 0,1 0 0,0-1 0,0 0 0,0-1 0,0 0 0,17-5 0,-9 0 0,-1-1 0,0 0 0,0-1 0,-1-1 0,0-1 0,-1-1 0,17-13 0,-22 15 0,-1 0 0,0 0 0,0-1 0,-1-1 0,13-17 0,-21 25 0,1-1 0,-1 0 0,0 0 0,0 0 0,0 0 0,0 0 0,0 0 0,-1 0 0,0 0 0,0-1 0,0 1 0,-1 0 0,1-1 0,-1 1 0,0-1 0,0 1 0,-1 0 0,1-1 0,-1 1 0,0-1 0,0 1 0,-2-5 0,0 4 0,-1 0 0,1 0 0,-1 1 0,0 0 0,0 0 0,0 0 0,-1 0 0,1 0 0,-1 1 0,0 0 0,-8-4 0,0 0 0,0 1 0,0 0 0,-22-5 0,18 8 0,-1 1 0,1 0 0,-1 1 0,-20 2 0,6 0 0,30-1-36,0 0-1,0 0 1,1 0-1,-1 0 1,0 1 0,0-1-1,1 1 1,-1-1-1,0 1 1,1 0 0,-1 0-1,0-1 1,1 1-1,-1 0 1,1 0 0,0 1-1,-1-1 1,1 0-1,0 0 1,-1 1 0,1-1-1,0 1 1,0-1-1,0 1 1,1-1 0,-1 1-1,-1 2 1,1 0-158,0 0 1,0 0-1,0-1 1,1 1-1,-1 0 1,1 0 0,0 0-1,0 0 1,1 0-1,-1 0 1,3 7-1,-3-10-200,1 0 0,0 0 0,-1 1 0,1-1 0,0 0-1,0 0 1,0 0 0,0-1 0,0 1 0,0 0 0,0 0-1,0 0 1,0-1 0,0 1 0,1 0 0,-1-1 0,0 1-1,0-1 1,1 0 0,-1 1 0,3-1 0,-1 1-745,21 5-8203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5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19 379 3545,'0'0'22625,"-4"4"-20977,-11 8-352,20-24 348,27-33 365,166-212-2009,-138 183 0,-60 74 0,0-1 0,0 1 0,0 0 0,1-1 0,-1 1 0,0 0 0,0-1 0,1 1 0,-1 0 0,0-1 0,0 1 0,1 0 0,-1 0 0,0-1 0,1 1 0,-1 0 0,0 0 0,1 0 0,-1-1 0,0 1 0,1 0 0,-1 0 0,1 0 0,-1 0 0,0 0 0,1 0 0,-1 0 0,0 0 0,1 0 0,-1 0 0,1 0 0,-1 0 0,0 0 0,1 0 0,-1 0 0,1 0 0,-1 0 0,0 1 0,1-1 0,-1 0 0,0 0 0,1 0 0,-1 1 0,0-1 0,1 0 0,-1 0 0,0 1 0,0-1 0,1 0 0,-1 1 0,0-1 0,0 0 0,1 1 0,-1-1 0,0 0 0,0 1 0,0-1 0,0 0 0,0 1 0,0 0 0,7 26 0,-7-22 0,8 51 0,-3 0 0,-4 103 0,-3-98 0,3 1 0,10 64 0,-10-108 0,-1-14 0,0 0 0,0 0 0,1 0 0,-1 0 0,1 0 0,0 0 0,0 0 0,0-1 0,0 1 0,4 7 0,-1-37-2129,-2-9-4332,-2-14-3889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06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0 1488,'0'0'28076,"-6"20"-25453,-47 729-2084,23-447-498,1 133-41,6-60 0,3-147 0,-14 220 0,13-176 0,3-52 0,14 256 0,7-252 0,-3-281-938,0 16-3749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0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0 1632,'0'0'21920,"-5"43"-12705,3-34-9215,1 1 0,0 0 0,0 0 0,1 0 0,0 0 0,1 0 0,1 0 0,2 13 0,0 2 0,2 19 0,-1-12 0,0 46 0,-5 681 0,-17-483 0,5-86 0,0 2 0,-8 65 0,12-181 0,-11 313 0,13-187 0,-6-25 0,-5 15 0,15-153 0,-8 47 0,4-47 0,0 47 0,5-53 0,-9 51 0,4-51 0,0 51 0,8-108-24,1 0-1,1 1 1,1-1 0,1 1-1,10-24 1,6-26-2381,-4-7-7439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1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16 644 3369,'0'0'24966,"-4"8"-22581,-7 20-1610,19-35-197,37-55 43,-25 33-548,263-424-73,-224 370 0,-59 83-39,0-1 0,1 0 0,-1 1 0,0-1 0,0 1 0,1-1 0,-1 0 0,0 1 0,0-1 0,0 1 0,0-1 0,0 0 0,0 1 0,0-1 0,0 0 0,0 1 0,0-1 0,0 0 0,0 1 0,-1-1 0,1 1 0,0-1 0,0 0 0,-1 1 0,1-1 0,0 1 0,-1-1 0,1 1 0,-1-1 0,1 1 0,0-1 0,-1 1 0,1 0 0,-1-1 0,1 1 0,-1-1 0,0 1 0,1 0 1,-1 0-1,1-1 0,-1 1 0,1 0 0,-1 0 0,0-1 0,-36-11-4784,27 10 1869,-9-6-7231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1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1792,'0'0'29621,"3"13"-28470,4 8-1117,0 0 0,1-1 0,2 0-1,0-1 1,23 35 0,31 34-34,-11-19 0,-3 3 0,-4 2 0,57 119 0,-97-177 0,-3-8 0,-1-1 0,1 0 0,1 0 0,-1 0 0,1 0 0,0-1 0,9 11 0,-12-20-81,0 0-1,0 0 1,0 0-1,0-1 1,-1 1-1,1 0 1,-1 0-1,0-1 1,0 1-1,0-4 1,0-28-5097,0 10-2784,0 1-8449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2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1 241 5473,'0'0'25976,"10"-7"-24862,2 0-1091,-1-1-1,-1 0 1,1-1 0,-2 0-1,1-1 1,-1 0 0,-1 0-1,12-19 1,3-16-23,-18 32 0,1 1 0,0 1 0,0-1 0,2 1 0,9-13 0,-10 19 0,-7 5 0,1 0 0,-1 0 0,0 0 0,1 0 0,-1 0 0,0 0 0,1 0 0,-1 1 0,0-1 0,1 0 0,-1 0 0,0 0 0,1 1 0,-1-1 0,0 0 0,0 0 0,1 1 0,-1-1 0,0 0 0,0 0 0,0 1 0,0-1 0,1 0 0,-1 1 0,0-1 0,0 0 0,0 1 0,0-1 0,0 0 0,0 1 0,0-1 0,0 0 0,0 1 0,0-1 0,0 1 0,0-1 0,0 0 0,0 1 0,0-1 0,0 1 0,0 0 0,5 47 0,-2 0 0,-4 68 0,-1-32 0,-4 202-185,3-278-2937,-4-7-4858,4-1 4703,-8 0-13430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2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7 596 7890,'0'0'22746,"-1"5"-21351,0-4-1383,1-1 0,-1 1 0,1-1-1,-1 1 1,1-1 0,0 1 0,-1-1 0,1 1 0,0-1 0,0 1 0,-1-1 0,1 1 0,0 0-1,0-1 1,0 1 0,0-1 0,0 1 0,0 0 0,0-1 0,0 1 0,0-1 0,0 1 0,0 0-1,0-1 1,0 1 0,0-1 0,0 1 0,1-1 0,-1 1 0,0 0 0,0-1 0,1 1 0,-1-1 0,1 1-1,19-15 209,29-43-120,19-37-100,56-106 0,-47 72 0,-67 112 23,-3 7-70,-1 0 1,0 0 0,-1 0 0,0-1 0,0 0 0,-1 0 0,-1 0 0,0 0-1,3-14 1,-19 22-8954,-4 2-1253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2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0 912,'0'0'27869,"11"24"-26171,2 9-1198,-5-13-171,1 1 1,1-1-1,1-1 0,22 30 1,3 9-245,45 97 1,-17-28-116,-61-122-225,-2-2-308,0-1 0,0 0-1,0 0 1,0-1 0,0 1 0,0 0 0,1 0 0,-1 0-1,1-1 1,-1 1 0,1-1 0,0 1 0,-1-1 0,1 0 0,0 0-1,3 2 1,1-2-8884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3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10058,'0'0'19342,"21"-6"-19233,65-16-60,-83 21-46,-1 1 0,1 0 0,-1 0 0,1 0 0,-1 0 0,1 0 0,-1 1 0,1-1 0,-1 1 0,1-1 0,-1 1 0,1 0 0,-1 0 0,0 0 0,0 1 0,1-1 0,-1 0 0,0 1 0,0-1 0,0 1 0,-1 0 0,1 0 0,0 0 0,-1 0 0,1 0 0,-1 0 0,1 0 0,-1 0 0,1 4 0,2 3 106,-1-1-1,0 1 1,-1-1 0,0 1-1,1 14 1,-2-11 54,1 0 0,-2 0 0,0 0 0,0 1 0,-1-1 0,-1 0-1,-4 17 1,5-24-104,-1 0-1,0 0 0,0 0 0,-1-1 0,1 1 0,-1-1 1,0 0-1,0 0 0,-1 0 0,1 0 0,-1 0 1,0-1-1,0 1 0,0-1 0,0 0 0,0-1 0,-1 1 1,0-1-1,-9 4 0,10-5-58,-24 15 0,27-15 0,0 0 0,1 0 0,-1 0 0,0 0 0,1 0 0,0 1 0,-1-1 0,1 0 0,0 0 0,-1 0 0,1 1 0,0-1 0,0 0 0,0 0 0,0 0 0,0 1 0,0-1 0,1 0 0,-1 0 0,0 1 0,0-1 0,1 0 0,-1 0 0,1 0 0,-1 0 0,1 0 0,1 2 0,7 9 0,1 0 0,0-1 0,1-1 0,0 1 0,0-2 0,1 0 0,1 0 0,20 10 0,-21-10 0,95 53 0,-93-55 0,0-1 0,1 0 0,0-1 0,0 0 0,29 4 0,-34-8-261,-8-1-1257,-20 0-7851,1 0-584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3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1 676 8466,'0'0'22514,"5"-10"-21044,56-87-1273,103-126 0,29-41-274,-188 257 19,13-25-1197,-18 32 1163,0-1-1,1 0 0,-1 0 1,0 0-1,1 0 0,-1 0 1,0 0-1,0 0 0,0 1 1,0-1-1,0 0 0,0 0 1,0 0-1,0 0 0,0 0 1,0 0-1,-1 0 0,1 0 1,0 0-1,-1 1 1,1-1-1,0 0 0,-1 0 1,1 0-1,-1 1 0,1-1 1,-1 0-1,0 0 0,1 1 1,-1-1-1,0 1 0,1-1 1,-1 0-1,-1 0 0,-23-7-6956,-5 3-5287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20420,'0'0'10275,"129"180"-8907,-87-124-664,-1-1-704,-12-2 0,1-5 0,-1-8 0,-11-9 0,-1-9 0,1-7 0,-6-1-1408,6-1-2617,-13-5-1632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4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11827,'0'0'14597,"16"-2"-14459,4-3-87,-11 3-24,0 0 0,-1 1 0,1 0 0,0 0 0,0 1 0,14 1 0,-21-1-3,-1 0 1,0 1-1,1-1 0,-1 0 1,0 1-1,0-1 1,1 1-1,-1-1 0,0 1 1,0 0-1,0-1 1,1 1-1,-1 0 1,0 0-1,0 0 0,0 0 1,0 0-1,-1 0 1,1 0-1,0 0 0,0 0 1,-1 0-1,1 1 1,0 0-1,1 2 87,-1 0-1,0 0 1,0 0 0,-1 0-1,1 1 1,-1-1 0,0 0-1,0 6 1,0-4-4,-1 0 1,0-1-1,0 1 1,0 0-1,0-1 1,-1 1-1,0-1 1,0 1-1,0-1 1,-1 0-1,0 0 1,-6 8-1,-18 3 1282,23-14-488,14-1-307,-1 0-516,0 0-122,0 0-1,0 1 1,0 0-1,-1 0 1,1 1-1,-1 0 1,0 1 0,0 0-1,0 0 1,0 0-1,0 1 1,-1 0-1,0 1 1,0 0 0,-1 0-1,0 0 1,0 1-1,0 0 1,-1 0-1,0 0 1,0 1 0,0 0-1,-1 0 1,-1 0-1,1 0 1,-1 0-1,-1 1 1,0 0 0,0-1-1,0 1 1,0 14-1,-2-19 49,0 0 0,0 1 0,0-1-1,0 0 1,-1 1 0,1-1 0,-1 0 0,0 0-1,-1 0 1,1 1 0,-1-1 0,0-1-1,0 1 1,-4 7 0,2-8-6,1-1 1,-1 1-1,1-1 1,-1 0-1,0 0 0,0 0 1,0-1-1,0 1 1,0-1-1,0 0 0,0 0 1,0 0-1,0-1 1,-1 0-1,1 1 0,-4-2 1,-18 3-633,-35 1-1683,24-9-7375,20-3-1758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5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1296,'0'0'26462,"2"29"-23736,14 190-443,-8 157-2283,-4-65 0,18 919 0,-45-826 0,0 59 0,23-348 0,-1 77 0,24 192 0,-6-196 0,-9 209 0,-8-322 0,0-71 0,0 0 0,0-1 0,-1 1 0,1 0 0,-1 0 0,0-1 0,0 1 0,-2 3 0,-2-33-1074,5-12-4364,0-6-4117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7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13 3017,'0'0'28007,"-2"4"-26551,1-3-1440,1-1 0,-1 1 1,1 0-1,-1-1 0,1 1 0,0 0 0,-1-1 0,1 1 0,0 0 0,-1 0 0,1-1 0,0 1 0,0 0 0,0 0 0,-1 0 0,1 0 1,0-1-1,0 1 0,0 0 0,1 0 0,-1 1 0,8-2-69,-6 0 39,176-9 14,-110 3 0,0 3 0,86 8 0,-152-5 0,-1 0 0,1 0 0,0 1 0,0-1 0,0 1 0,0-1 0,-1 1 0,1 0 0,0-1 0,-1 1 0,1 0 0,0 0 0,-1 0 0,1 0 0,1 3 0,-4-4-63,0 1 1,0-1-1,0 0 1,0 1-1,0-1 0,0 0 1,0 0-1,0 0 1,0 0-1,0 0 0,0 0 1,0 0-1,0 0 1,0 0-1,0 0 0,0-1 1,-1 1-1,-23-9-3784,0-5-3854,6 1-4165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7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3265,'0'0'28087,"-1"2"-27958,0 0-1,1 0 1,-1-1 0,1 1-1,-1 0 1,1 0-1,0 0 1,0 0 0,0 0-1,0 3 1,8 0-129,0 0 0,0-1 0,0 0 0,0-1 0,1 0 0,0 0 0,-1-1 0,11 2 0,7 3 0,71 18 0,122 15 0,-219-40-5,1 0 1,0 0-1,0 0 1,-1 0-1,1 0 0,0-1 1,-1 1-1,1 0 0,0-1 1,-1 1-1,1-1 1,0 1-1,-1 0 0,1-1 1,-1 1-1,1-1 0,-1 0 1,1 1-1,-1-1 1,1 1-1,-1-1 0,0 0 1,1 1-1,-1-1 0,0 0 1,0 1-1,1-1 1,-1 0-1,0 1 0,0-1 1,0 0-1,0 0 1,0 1-1,0-1 0,0 0 1,0 0-1,0 1 0,0-1 1,0 0-1,-1 1 1,1-1-1,0 0 0,0 0 1,-1 0-1,0-3-538,1-27-4938,0-1-7659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18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1736,'0'0'24556,"6"33"-18081,6 173-6475,-12-180 0,-18 681 0,1-131 0,12-224 0,1 484 0,7-435 0,-3-373 0,-30 669 0,-28-206 0,52-409 0,6-206-779,0 41-3115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1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1 451 3609,'0'0'23346,"-1"8"-20815,1-8-2486,0 0 0,0 0 0,1 0-1,-1 0 1,0 0 0,0 0-1,0 0 1,0 0 0,0 0 0,0 0-1,0 0 1,0 0 0,0 0-1,1 0 1,-1-1 0,0 1 0,0 0-1,0 0 1,0 1 0,0-1 0,0 0-1,0 0 1,0 0 0,0 0-1,1 0 1,-1 0 0,0 0 0,0 0-1,0 0 1,0 0 0,0 0 0,0 0-1,0 0 1,0 0 0,0 0-1,0 0 1,0 0 0,1 0 0,-1 0-1,0 1 1,0-1 0,0 0 0,0 0-1,0 0 1,0 0 0,0 0-1,0 0 1,0 0 0,0 0 0,0 0-1,0 0 1,0 1 0,0-1-1,16-24 62,-2 0-1,0-1 1,-2-1-1,-1 0 0,-1 0 1,8-31-1,-4-1-41,14-112 0,-25 145-64,-5 65 0,2 604 0,11-661-5285,-9-8-2477,3-4-7149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9538,'0'0'20110,"4"0"-17519,72 16-2099,-42-11-487,1 2 0,-2 1 0,1 2 1,-1 1-1,-1 1 0,39 21 0,-47-16-5,-24-15 0,1-1 0,-1 1 0,1 0 0,-1 0 0,0 0 0,0 0 0,0 0 0,0 0 0,0-1 0,0 1 0,0 0 0,-1 0 0,0 2 0,1-1 0,-26 116 0,15-77 0,2 0 0,-4 52 0,9 5-1862,3 51-5323,1-126 5864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2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8938,'0'0'23248,"13"6"-22758,69 33-766,91 40 1074,-151-70-1542,0-2 0,0 0 0,1-2 0,0-1 0,0 0 0,26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2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1 513 3169,'0'0'26723,"11"-28"-24329,34-90-1913,-36 92-481,-1 0 0,-1-1 0,3-29 0,-2 9 0,3-40 0,3-11 0,-16 114 0,1 0 0,3 32 0,0 0 0,-2 407 0,-1-455-24,1 1 0,0-1 1,0 1-1,0-1 0,0 1 0,0-1 1,0 1-1,0-1 0,0 1 0,0-1 1,0 1-1,0 0 0,1-1 0,-1 0 1,0 1-1,0-1 0,0 1 0,1-1 1,-1 1-1,0-1 0,0 1 0,1-1 1,-1 0-1,0 1 0,1-1 0,-1 0 1,1 1-1,-1-1 0,0 0 0,1 1 1,-1-1-1,1 0 0,-1 0 0,1 1 1,-1-1-1,2 0 0,18-9-2316,14-22-4939,-15 2-2251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3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0 1216,'0'0'29425,"-12"16"-28387,8-11-906,-9 11 5,2 0-1,-1 1 1,2 0-1,0 1 1,2 0-1,-12 32 1,15-32-137,1-1 0,0 1 0,2 0 0,0 0 0,1 0 0,1 0 0,0 0 0,2 1 0,3 17 0,-3-28 0,1 1 0,0-1 0,0 1 0,1-1 0,0 0 0,0 0 0,1 0 0,0-1 0,0 0 0,1 0 0,0 0 0,0-1 0,1 0 0,-1 0 0,1 0 0,1-1 0,-1 0 0,1 0 0,0-1 0,8 4 0,-2-3 0,-1 0 0,1-1 0,-1 0 0,1-1 0,1 0 0,-1-1 0,0-1 0,0 0 0,1-1 0,-1-1 0,0 0 0,20-4 0,-26 3 0,0 0 0,-1 0 0,1-1 0,-1 0 0,0 0 0,1-1 0,-2 0 0,1 0 0,0 0 0,-1-1 0,0 0 0,0 0 0,0-1 0,-1 1 0,1-1 0,-2-1 0,1 1 0,-1-1 0,0 0 0,0 0 0,0 0 0,-1 0 0,4-14 0,-4 10 0,-1-1 0,-1 1 0,1-1 0,-2 0 0,0 0 0,0 1 0,-1-1 0,0 0 0,-1 1 0,-1-1 0,1 1 0,-2-1 0,0 1 0,0 0 0,-1 1 0,0-1 0,-1 1 0,0 0 0,-1 0 0,0 1 0,0 0 0,-1 0 0,0 0 0,-1 1 0,0 1 0,-17-12 0,23 16-164,-1 1 1,1 0-1,-1 1 1,1-1-1,-1 0 1,0 1-1,0 0 1,0 0-1,-4-1 1,-35 1-4811,28 1 2474,-15 0-8307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4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9978,'0'0'20112,"0"0"-20065,0 0-1,1 0 0,-1 0 0,0 0 0,0 0 0,0 0 0,0 0 1,0 0-1,1 0 0,-1 0 0,0 0 0,0 1 0,0-1 0,0 0 1,0 0-1,1 0 0,-1 0 0,0 0 0,0 0 0,0 0 1,0 1-1,0-1 0,0 0 0,0 0 0,0 0 0,1 0 0,-1 0 1,0 1-1,0-1 0,0 0 0,0 0 0,0 0 0,0 0 0,0 1 1,0-1-1,0 0 0,0 0 0,0 0 0,0 0 0,0 1 0,0-1 1,0 0-1,0 0 0,0 0 0,-1 0 0,1 0 0,0 1 0,0-1 1,0 0-1,0 0 0,0 0 0,0 0 0,0 0 0,0 1 1,-1-1-1,1 0 0,0 0 0,21 4-46,1-1 0,0 0 0,23-2 0,31 4 0,-40-1 5,72 13 10,-100-16-25,0 1 1,0 1-1,-1-1 0,1 1 0,-1 1 1,0 0-1,0 0 0,0 0 1,0 0-1,10 11 0,-11-7-1777,-6-7 1596,0-1 0,0 0-1,0 0 1,0 1 0,0-1 0,0 0-1,0 0 1,0 1 0,0-1 0,0 0-1,0 0 1,-1 0 0,1 1 0,0-1 0,0 0-1,0 0 1,0 0 0,-1 1 0,1-1-1,0 0 1,0 0 0,0 0 0,-1 0 0,1 0-1,0 1 1,0-1 0,0 0 0,-1 0-1,1 0 1,0 0 0,0 0 0,-1 0 0,1 0-1,0 0 1,0 0 0,-1 0 0,1 0-1,0 0 1,0 0 0,-1 0 0,1 0 0,0 0-1,0 0 1,0 0 0,-1-1 0,-20 1-7311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4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18108,'0'0'11064,"-6"27"-9476,-22 88-739,24-95-647,1 0-1,1 1 1,1-1-1,2 37 1,1-10-52,0-34-150,3-13 0,-3-1 0,33-1 0,-1-1 0,36-9 0,-35 6 0,1 0 0,40 1 0,-67 4 0,0 1 0,1 1 0,-1 0 0,0 0 0,0 0 0,0 1 0,1 1 0,9 3 0,-15-3 0,0 0 0,1-1 0,-1 1 0,0 1 0,-1-1 0,1 1 0,-1-1 0,1 1 0,-1 0 0,0 0 0,0 0 0,-1 1 0,1-1 0,-1 1 0,0 0 0,0-1 0,1 6 0,-1-2 0,1-1 0,-1 1 0,-1 0 0,1 0 0,-1 0 0,-1 0 0,1 0 0,-1 0 0,-1 1 0,1-1 0,-4 12 0,3-15 0,-1-1 0,0 0 0,1 0 0,-1 0 0,-1 0 0,1 0 0,0 0 0,-1 0 0,0-1 0,0 0 0,0 1 0,0-1 0,-1 0 0,1 0 0,-1-1 0,0 1 0,0-1 0,1 0 0,-2 0 0,1 0 0,-6 2 0,-14 1 0,0 0 0,0-1 0,-1-2 0,1 0 0,-1-2 0,1 0 0,-1-2 0,-30-6 0,47 7-257,0-1 1,0 0-1,1 0 0,-1-1 1,1 0-1,0-1 0,0 0 1,0 0-1,-6-5 0,8 5-269,0 0 1,0-1-1,1 0 0,0 0 0,0 0 0,0 0 0,0 0 1,1-1-1,0 0 0,0 0 0,1 0 0,-1 0 0,1 0 0,1 0 1,-1 0-1,1-1 0,-1-11 0,1-29-9967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25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5449,'0'0'21283,"-2"28"-17400,-14 419-1731,3 1617-2152,14-1346 0,-1 1411 0,0-2081 0,-1-1 0,7 64 0,-5-100 0,1 0 0,0-1 0,0 0 0,1 0 0,1 0 0,-1 0 0,2 0 0,-1 0 0,1-1 0,1 0 0,9 13 0,-12-18 0,1-1 0,-4-23 0,-3-17-509,-2 0-1,-17-65 1,-12 5-7133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2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32 875 6305,'0'0'22576,"-5"-2"-21468,4 2-1082,0-1 0,-1 1 0,1-1 0,0 0 0,0 1 0,0-1 0,-1 0 0,1 0 0,0 0 0,0 0 0,0 0 0,0 0 0,0 0 0,1 0 0,-1 0 0,0 0 0,0 0 0,1-1 0,-1 1 0,1 0 0,-1-2 0,-4-39 726,7 14-108,10-45-1,-6 40-476,39-407-167,-33 286 0,-11 92 0,-1 44 0,0 46 0,0 591 0,-6-536 0,7-83-106,0 0 0,0 1 0,0-1 0,0 0 0,0 0 0,0 0 0,0 0 0,0 1 0,0-1 0,0 0 0,0-1 0,0 1 0,0 0 0,-1 0 0,1 0 0,0-1 0,0 1 0,0 0 0,0-1 0,0 1 0,0-1 0,1 0 0,12-9-6270,2 0-2390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3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43 6753,'0'0'26014,"-71"-16"-26014,71 8 0,0 0 0,12 3-2216,5 2-2914,1 0-3031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3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1 781 18852,'0'0'12924,"9"-30"-12086,2-11-682,0-2-157,3 1 0,18-41 0,17-25 1,4 2 0,102-151 0,-97 192-3319,-56 60-234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3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18748,'0'0'10985,"11"28"-10051,90 199 1166,2 26-2100,-36-80 0,-48-144-3222,-17-27 2686,0-1 0,0 0 0,0 0 0,0 1 0,0-2 0,1 1 0,-1 0 0,0 0 0,1-1 0,-1 1-1,0-1 1,1 0 0,-1 1 0,1-1 0,-1 0 0,1-1 0,-1 1 0,3-1 0,6-2-8147,-4-4 687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4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14 107 7458,'0'0'19333,"3"-18"-19137,11-52-353,-14 69 149,0 0-1,0 1 1,0-1 0,0 0 0,0 0-1,1 1 1,-1-1 0,0 0 0,0 1 0,0-1-1,1 0 1,-1 1 0,0-1 0,1 0-1,-1 1 1,0-1 0,1 1 0,-1-1 0,1 0-1,-1 1 1,1-1 0,-1 1 0,1 0-1,-1-1 1,1 1 0,0-1 0,-1 1 0,1 0-1,0-1 1,-1 1 0,1 0 0,0 0 0,-1 0-1,1-1 1,0 1 0,0 0 0,-1 0-1,1 0 1,0 0 0,-1 0 0,1 0 0,0 1-1,0-1 1,-1 0 0,1 0 0,0 0-1,-1 1 1,1-1 0,0 0 0,-1 1 0,1-1-1,-1 0 1,1 1 0,0 0 0,19 25-178,-20-26 186,7 12 17,-1 1-1,-1-1 0,0 2 1,-1-1-1,-1 0 1,0 1-1,-1-1 0,0 1 1,-1 0-1,0 0 0,-1 0 1,-1 0-1,-3 19 1,3-32-1,1 1 1,0-1-1,-1 0 1,0 0 0,1 0-1,-1 0 1,0 0 0,1 0-1,-1 0 1,0 0-1,0 0 1,0 0 0,0 0-1,0 0 1,0-1-1,0 1 1,0 0 0,0-1-1,0 1 1,-1-1-1,1 1 1,0-1 0,0 1-1,-1-1 1,1 0 0,0 0-1,-2 1 1,2-1-4,1 0-1,-1 0 1,0 0 0,0 0 0,0 0 0,0 0-1,1 0 1,-1 0 0,0 0 0,0 0 0,0 0-1,0 0 1,1-1 0,-1 1 0,0 0-1,0-1 1,1 1 0,-1-1 0,0 1 0,1 0-1,-1-1 1,0 0 0,1 1 0,-1-1 0,0 1-1,1-1 1,-1 0 0,1 1 0,-1-1 0,1 0-1,0 1 1,-1-1 0,1 0 0,0 0 0,0 0-1,-1 1 1,1-1 0,0-1 0,2 1-12,1 0 0,-1 0-1,1 1 1,-1-1 0,1 1 0,-1 0 0,1 0-1,0 0 1,-1 0 0,5 0 0,-4 0-13,4 1-105,1 0 0,-1 0 0,0 0 0,0 1 0,0 0 0,0 1 0,0-1 0,0 1 1,-1 0-1,1 1 0,-1 0 0,0 0 0,0 0 0,0 1 0,-1 0 0,1 0 0,-1 0 0,8 12 0,-8-11 111,0 1-1,-1 0 1,1 0 0,-2 1 0,1-1-1,-1 1 1,0 0 0,-1-1 0,0 1-1,0 0 1,0 1 0,-1-1 0,-1 0-1,1 0 1,-1 1 0,-2 13 0,1-21 19,1 1 0,-1-1 0,0 1 1,1-1-1,-1 0 0,0 1 0,0-1 1,0 0-1,0 1 0,0-1 0,0 0 1,-1 0-1,1 0 0,0 0 0,-1 0 1,1-1-1,0 1 0,-1 0 0,1 0 1,-1-1-1,1 1 0,-1-1 0,1 0 1,-1 1-1,0-1 0,-1 0 0,-51 2 110,42-2-91,-70-5 59,76 4-246,0 0 1,0-1-1,0 1 1,1-1-1,-1 0 1,1-1-1,0 1 1,-1-1-1,1 0 1,0 0-1,-8-8 1,12 9-296,0 1 1,-1-1-1,1 0 0,1 1 1,-1-1-1,0 0 1,0 0-1,1 1 0,-1-1 1,1 0-1,0 0 1,-1 0-1,1 0 1,0-3-1,5-26-10123,10 7 6823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4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9 5025,'0'0'26989,"-5"1"-26236,40-6-752,0 2 0,1 1-1,49 4 1,-12 0-71,-70-2-300,21 2-174,-24-2 295,1 0 1,-1 0 0,1 0 0,-1 0-1,1 0 1,-1 0 0,0 1 0,1-1-1,-1 0 1,0 0 0,1 0 0,-1 1-1,0-1 1,1 0 0,-1 0 0,0 1-1,1-1 1,-1 0 0,0 1 0,0-1 0,1 0-1,-1 1 1,0-1 0,0 1 0,0-1-1,0 0 1,1 1 0,-1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5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11090,'0'0'19517,"130"-24"-19389,-83 24-128,-6 0-8,0 6-305,0-4-543,-5-2-1000,17 0-2305,-12-8-4241,-6-10-3864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5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3489,'0'0'28662,"-13"2"-28046,73 4-616,56 7 0,-31 10-1175,-57-14-171,0-1-1,0-2 0,1-1 0,38 2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5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10058,'0'0'17084,"-16"30"-15034,-52 93-625,64-117-1359,1 1 0,0-1 0,0 1 0,1 0-1,-1 0 1,1 0 0,1 0 0,0 0 0,0 0 0,0 1-1,1-1 1,0 0 0,1 10 0,0 8 191,-1-23-238,0 0 0,0 0-1,0 0 1,0-1 0,0 1 0,0 0 0,1 0-1,-1 0 1,0 0 0,1-1 0,0 1 0,-1 0-1,1-1 1,0 1 0,0 0 0,0-1-1,0 1 1,0-1 0,0 1 0,1-1 0,-1 0-1,0 1 1,1-1 0,-1 0 0,1 0-1,-1 0 1,1 0 0,-1 0 0,4 1 0,1-1 32,1 0-1,-1 0 1,0-1 0,0 0 0,1 0 0,-1 0 0,12-3 0,97-23-51,-85 18 0,1 0 0,61-5 0,-77 12-40,-1 0 0,0 2 0,1-1 0,-1 2-1,0 0 1,0 1 0,0 0 0,20 8 0,-26-8 15,-1 1 0,0 1-1,0-1 1,0 1 0,-1 0 0,1 0 0,-1 1-1,0 0 1,-1 0 0,0 1 0,0-1 0,0 1-1,-1 0 1,0 0 0,7 16 0,-7-12 18,0 1-1,-1-1 1,0 1 0,0 0-1,-1 0 1,-1 0 0,0 14-1,-1-20 16,0 1-1,0-1 0,-1 1 1,0-1-1,0 1 0,-1-1 1,0 0-1,0 1 1,0-1-1,-1 0 0,0-1 1,0 1-1,0 0 0,-8 8 1,2-4 22,-1-1 0,0 0 0,-1-1 1,0 0-1,0-1 0,0 0 0,-1 0 0,0-1 0,0-1 1,-1 0-1,-13 3 0,3-3 28,0-1 1,0-1-1,0-1 0,0-1 1,-35-2-1,51 0-143,0 1 0,0-1 0,0-1 1,0 1-1,0-1 0,0 0 0,1-1 0,-1 1 0,1-1 1,-1-1-1,1 1 0,0-1 0,0 0 0,1-1 0,-1 1 1,1-1-1,-8-8 0,13 12-175,-1 0 0,1 0 0,-1 0 0,1 0 0,-1 0 0,1 0 0,-1 0 0,1 0 0,0 0 0,0-1 0,-1 1 0,1 0 0,0 0 0,0 0 0,0 0 0,0 0 0,0 0 0,1 0 0,-1-1 0,0 1 0,0 0 0,1 0 0,-1 0 0,0 0 0,1 0 0,0 0 0,-1 0 1,1 0-1,-1 0 0,1 1 0,0-1 0,0 0 0,-1 0 0,1 0 0,0 1 0,0-1 0,0 0 0,0 1 0,2-2 0,4-1-1437,0 0 0,1 1 0,-1-1 1,15-1-1,-3-1-3260,21-5 670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7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0 19492,'0'0'12403,"136"191"-12027,-113-127-208,-17 2-40,-6-5-128,0-3-328,-12-5-376,-17-16-609,-12-13-1047,-12-24-2665,5-8-4993,7-24-344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0 232,'0'0'30727,"159"77"-36193,-89-48-1279,1 0-8250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7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1 880 9658,'0'0'21717,"6"-180"-20325,29 89-1392,18-4 0,-6-3 0,0 8 0,0 8 0,-17 13 0,5 13-376,-12 11-1184,-5 14-289,-6 9 81,-12 9-1929,0 5-3545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8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22789,'0'0'5761,"47"164"-3888,0-74-937,6 5-536,12 11-136,-7 0 24,1-5-72,-6-6-216,-12-15-16,-5-14-680,-7-21-656,-5-13-1073,-7-22-2456,1-7-4785,-6-3-592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8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18748,'0'0'5524,"20"-6"-8057,60-17 1748,-79 23 778,0-1-1,0 1 1,0 0 0,0-1 0,0 1-1,0 0 1,0 0 0,0 0 0,0 0 0,0 0-1,1 0 1,-1 0 0,0 0 0,0 0 0,0 0-1,0 1 1,0-1 0,0 0 0,0 1-1,0-1 1,0 0 0,-1 1 0,1 0 0,0-1-1,0 1 1,0-1 0,0 1 0,-1 0-1,1 0 1,0-1 0,-1 1 0,1 0 0,0 0-1,-1 0 1,1 0 0,-1 0 0,1 0-1,-1 0 1,0 0 0,1 0 0,-1 0 0,0 0-1,0 0 1,0 0 0,0 0 0,0 0-1,0 0 1,0 2 0,1 3-10,2 10 134,-1 0 1,0-1-1,-1 21 0,-1-32-73,0 0-1,0 1 0,0-1 0,-1 0 1,0 0-1,1 1 0,-2-1 1,1 0-1,0 0 0,-1 0 0,0 0 1,0 0-1,0 0 0,0-1 0,-6 7 1,8-9-18,-1-1 1,1 1 0,-1-1 0,1 1-1,-1-1 1,0 1 0,1-1-1,-1 1 1,1-1 0,-1 0 0,0 1-1,1-1 1,-1 0 0,0 1-1,1-1 1,-1 0 0,0 0 0,0 0-1,1 0 1,-1 0 0,0 0-1,1 0 1,-1 0 0,0 0 0,0 0-1,1 0 1,-1 0 0,0 0-1,1-1 1,-1 1 0,0 0 0,1-1-1,-1 1 1,0 0 0,0-2 0,0 2-15,1-1 0,0 1 1,0 0-1,0-1 0,0 1 1,0-1-1,0 1 1,0-1-1,0 1 0,0-1 1,0 1-1,0-1 1,0 1-1,0 0 0,0-1 1,0 1-1,0-1 1,0 1-1,1-1 0,-1 1 1,0 0-1,0-1 0,0 1 1,1-1-1,-1 1 1,0 0-1,1-1 0,-1 1 1,0 0-1,1-1 1,-1 1-1,0 0 0,1 0 1,-1-1-1,1 1 0,-1 0 1,1 0-1,-1 0 1,0 0-1,1 0 0,-1-1 1,1 1-1,-1 0 1,1 0-1,-1 0 0,1 0 1,-1 0-1,1 0 1,-1 0-1,1 1 0,13-3-88,0 0-1,-1 2 0,1 0 1,0 0-1,0 1 1,0 1-1,-1 0 0,1 1 1,-1 1-1,0 0 1,19 8-1,-26-9 81,0 0 0,0 1 0,0-1 0,-1 1 0,1 1 0,-1-1 0,0 1 0,0 0 0,0 0 0,-1 0 0,0 0 0,0 1 0,0 0 0,-1 0-1,0 0 1,0 0 0,0 1 0,-1-1 0,0 1 0,0-1 0,-1 1 0,0 0 0,0 0 0,0 13 0,-1-15 50,0 0 0,0 0-1,0 0 1,0 0 0,-1 1-1,0-1 1,0 0 0,-1 0 0,1-1-1,-3 7 1,2-9-46,0 0 0,0 0-1,0 0 1,0 0 0,-1 0 0,1-1 0,0 1-1,-1 0 1,1-1 0,-1 0 0,1 0 0,-1 0-1,0 0 1,0 0 0,1 0 0,-1-1 0,0 1-1,0-1 1,-5 0 0,0 1-230,0 0-1,0-1 1,-1 0 0,1-1 0,0 0-1,0 0 1,0 0 0,0-1-1,0 0 1,0-1 0,1 0 0,-1 0-1,1-1 1,-1 0 0,-6-4-1,9 3-579,0 0-1,0 1 0,0-2 0,1 1 1,-1 0-1,1-1 0,0 0 0,1 0 0,0 0 1,0 0-1,0-1 0,1 1 0,-1-1 1,2 0-1,-1 1 0,1-1 0,-1-14 0,1-16-1262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8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89 250 1064,'0'0'30983,"118"0"-30839,-83 0-144,-5 8-72,5 2-568,-11-2-441,-13 0-487,1-3-296,-12-2-1753,-17-3-11866,-7-10 10682</inkml:trace>
  <inkml:trace contextRef="#ctx0" brushRef="#br0" timeOffset="1">7 46 3145,'-6'-6'16499,"6"-4"-11610,0-1-2432,0 1 111,29 4-815,1 4-817,11 2-416,0 0-520,6 2 0,0 14-320,-5 0-1080,11-3-2257,17-5-2240,-17-2-5658,12-6 4490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9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14819,'0'0'15491,"188"5"-15322,-141 6-121,-5-3-48,5 0 0,-12-3-465,0 0-223,1-2 64,-7-1-368,-11-2-888,5 3-3482,-5 0-3055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2:59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0 7458,'0'0'13300,"-8"30"-11158,-3 7-1551,2-6 48,1 0 0,2 0 0,-5 50 0,10-67-388,-3 16 488,2 1 1,1 0-1,4 38 1,-2-67-676,-1-1 0,1 0 1,0 0-1,-1 0 1,1 1-1,0-1 0,0 0 1,0 0-1,0 0 1,0 0-1,0 0 0,0 0 1,0-1-1,0 1 0,0 0 1,0-1-1,1 1 1,-1 0-1,0-1 0,0 1 1,1-1-1,-1 0 1,0 1-1,1-1 0,-1 0 1,0 0-1,1 0 1,-1 0-1,1 0 0,0 0 1,45-5 447,22-12-208,-49 11-226,0 1 1,0 0 0,27-1 0,-25 4-141,-1 2 0,1 0 0,0 2 0,-1 0 0,0 1 0,23 7 0,-38-9 47,-1 1 0,1 0 0,-1 0 0,1 1 0,-1-1-1,0 1 1,0 0 0,0 0 0,-1 1 0,1 0-1,-1 0 1,0 0 0,0 0 0,0 0 0,0 1-1,-1 0 1,0 0 0,0 0 0,0 0 0,0 0-1,-1 1 1,0-1 0,0 1 0,-1-1 0,1 1-1,-1 0 1,0 7 0,0-5 29,0 0-1,-1 0 1,0 1-1,0-1 1,-1 0 0,0 0-1,0 0 1,-1 0-1,0-1 1,0 1-1,-1 0 1,0-1 0,0 1-1,-1-1 1,0 0-1,0 0 1,-1-1 0,0 1-1,0-1 1,-1 0-1,1 0 1,-1-1-1,-1 1 1,1-2 0,-1 1-1,1 0 1,-1-1-1,-1-1 1,1 1-1,0-1 1,-1 0 0,-12 2-1,-4 2-180,-1-2 0,0 0 0,0-2 0,-34 1 0,-52-4-3483,46-1-957,22 0 75,-23-6-7187,29 2 8611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0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19620,'0'0'3922,"26"1"-1138,311 24-860,616 27 2593,180-50-4517,-1052 3-1,0 3 0,121 29 0,-105-17-29,-69-15-213,78 13-1118,-96-17-34,0 0 0,-1-1 0,1-1 0,17-2-1,-28-8-10307,-10-1 5965,-20-7 1698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3209,'0'0'24624,"26"-11"-22325,18-3-1860,1 1 0,0 2 0,1 3 1,0 1-1,64-1 0,911 25-439,9 61 0,-778-41-1462,-217-29 891,-1 1-1,-1 1 1,0 2 0,0 2 0,32 18 0,-46-17-4334,-12-4-4353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7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19 685 12939,'0'0'17960,"-1"1"-17894,0-1 1,0 0 0,1 0 0,-1 0-1,0 0 1,1 0 0,-1 0-1,0 0 1,1 0 0,-1-1 0,0 1-1,1 0 1,-1 0 0,0 0 0,1-1-1,-1 1 1,0 0 0,1-1-1,-1 1 1,1 0 0,-1-1 0,1 1-1,-1-1 1,1 1 0,-1-1 0,1 1-1,-1-2 1,5-61-67,2 0 0,26-105 0,-9 57 0,29-161 0,-53 293 0,-8 132 0,-12 3 0,0 207 0,21-362-240,1 0-1,-1 1 1,1-1 0,0 0 0,-1 0-1,1 0 1,0 0 0,0 0-1,0 0 1,0 0 0,0 0 0,0 0-1,0 0 1,0-1 0,0 1-1,1 0 1,-1-1 0,0 1 0,0-1-1,1 1 1,-1-1 0,0 1-1,1-1 1,-1 0 0,0 0 0,1 0-1,2 0 1,38 3-12068,-42-3 11953,14 0-11949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8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21829,'0'0'10938,"-53"2"-10938,59-2 0,18 0-1360,-6 0-4698,-1 0-4400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8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1 649 13531,'0'0'18440,"0"-21"-17760,0 3-594,-1 0-82,1 1 1,1 0-1,1 0 0,0 0 0,1 0 1,8-24-1,-10 37-4,76-213 0,-61 179 0,2 1 0,1 1 0,38-54 0,-53 84-458,-2 3-557,0 0 1,-1 0-1,1 1 0,0-1 1,0 1-1,1-1 1,-1 1-1,0 0 1,1 0-1,-1 0 0,1 0 1,0 0-1,0 1 1,0-1-1,5-2 0,-8 15-12283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8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9162,'0'0'21079,"4"27"-20155,14 89-218,-15-101-573,1 0-1,0 0 1,1 0 0,1-1 0,9 18-1,2 5-32,56 119-4223,60 62-9403,-121-203 552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9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6041,'0'0'22409,"13"-11"-22304,41-33-299,-53 43 179,0 0 0,0 0 1,1 0-1,-1 0 1,0 1-1,1-1 0,-1 0 1,0 1-1,1-1 0,-1 1 1,1 0-1,-1-1 0,1 1 1,-1 0-1,1 0 1,-1 0-1,1 0 0,-1 0 1,1 0-1,-1 0 0,1 1 1,-1-1-1,1 0 0,-1 1 1,1 0-1,-1-1 1,1 1-1,-1 0 0,0-1 1,0 1-1,1 0 0,1 2 1,1 2-2,0-1 0,-1 1 0,1 0 0,-1 0 1,0 0-1,3 7 0,-2-3 8,1 3 0,0 0-1,-1 0 1,0 1-1,-2 0 0,1-1 1,-1 1-1,-1 0 1,0 0-1,-1 0 1,0 0-1,-3 16 1,2-26-2,0 0 1,0 1 0,0-1 0,0 0 0,0 0-1,0 0 1,-1 0 0,0 0 0,0 0 0,0 0-1,0 0 1,0-1 0,0 1 0,-1-1 0,1 0 0,-1 1-1,1-1 1,-1 0 0,0-1 0,-6 4 0,3-2 160,-1 0 0,0 0 0,-1-1 0,1 0 0,0 0 0,-1-1 0,1 0 0,-13 0 0,14 3 1606,14 4-1144,14 4-297,48 19 289,-49-20-693,0-1 0,1-1-1,0-1 1,0-1 0,1-1 0,0-1-1,35 3 1,-57-8-104,0 0 0,-1 0 0,1 0 0,0 0 0,-1 0-1,1 0 1,0 0 0,0 0 0,-1-1 0,1 1 0,0 0 0,-1 0 0,1-1 0,0 1-1,-1 0 1,1-1 0,-1 1 0,1-1 0,0 1 0,-1-1 0,1 1 0,-1-1 0,0 1 0,1-1-1,-1 0 1,1 1 0,-1-1 0,0 0 0,1 1 0,-1-1 0,0 0 0,0 0 0,1-27-6736,-2 14 1747,1-13-4618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0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4545,'0'0'26011,"91"-9"-23800,-65 7-2203,34-5-275,0 3 0,65 5-1,-124-1-31,-1 0-1,1 0 0,0 1 0,-1-1 0,1 0 0,-1 0 0,1 1 0,-1-1 0,0 0 0,1 0 0,-1 1 0,1-1 0,-1 1 0,1-1 0,-1 0 0,0 1 0,1-1 0,-1 1 0,0-1 0,0 1 0,1-1 0,-1 1 0,0-1 0,0 1 0,0-1 0,1 1 0,-1 0 0,0-1 0,0 1 0,0-1 1,0 1-1,0-1 0,0 1 0,0-1 0,0 1 0,-1 0 0,1-1 0,0 1 0,0 0 0,-1 3-6047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0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9250,'0'0'21044,"18"180"-20283,0-125-489,5 1 88,-5-3 0,-6-3-360,0-7-96,-7-9-608,1-8-705,-6-7-735,0-6-1561,0-7-2728,18-6-9011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1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96 18164,'0'0'11644,"-5"-14"-9180,-15-44-1969,20 57-495,0 1 0,0-1 0,0 0 0,0 0 0,0 1 0,0-1 0,0 0 0,0 0 0,0 1 0,0-1 0,1 0 0,-1 1 0,0-1 0,0 0 0,1 0 0,-1 1 0,1-1 0,-1 1 0,1-1 0,-1 0 0,1 1 0,-1-1 0,1 1 0,-1-1 0,1 1 0,-1-1 0,1 1 0,0 0 0,-1-1 0,1 1 0,0 0 0,0-1 0,-1 1 0,2 0 0,28-3 0,-23 3 0,19 0 0,1 0 0,-1 2 0,1 1 0,36 9 0,-49-8 0,0 0 0,0 1 0,0 0 0,-1 1 0,0 1 0,0 0 0,-1 1 0,1 0 0,20 19 0,-31-25 0,1 1 0,-1-1 0,0 0 0,0 1 0,0-1 0,0 1 0,0 0 0,-1-1 0,1 1 0,-1 0 0,0 0 0,1 0 0,-2 0 0,1 0 0,0 0 0,0 1 0,-1-1 0,0 0 0,0 0 0,0 0 0,0 5 0,-1-4 0,-1 0 0,1-1 0,-1 1 0,0 0 0,0 0 0,0-1 0,0 0 0,0 1 0,-1-1 0,0 0 0,0 0 0,0 0 0,0 0 0,0-1 0,0 0 0,-6 4 0,-32 17 0,24-14 0,0 0 0,1 2 0,0 0 0,-16 15 0,29-24 0,0 1 0,0 0 0,0 0 0,1 0 0,-1 0 0,1 0 0,0 0 0,0 1 0,0-1 0,1 1 0,-1 0 0,1-1 0,0 1 0,0 0 0,0 0 0,0 0 0,1 0 0,0 0 0,0 0 0,0 0 0,0 0 0,0 0 0,1-1 0,-1 1 0,3 7 0,-1-8 0,0 0 0,0 1 0,0-1 0,0 0 0,1 0 0,-1-1 0,1 1 0,0 0 0,0-1 0,0 0 0,0 1 0,0-1 0,0 0 0,0-1 0,6 3 0,63 21 0,-47-17 0,6 4-465,1-2 0,0-1 1,0-2-1,1-1 0,60 3 0,-92-9-121,0 0-1,0 0 0,0 0 0,0 0 0,0 0 0,0-1 0,0 1 1,0 0-1,0-1 0,0 1 0,0-1 0,0 1 0,0-1 0,0 1 1,0-1-1,0 0 0,-1 1 0,1-1 0,0 0 0,0 0 1,-1 0-1,1 1 0,0-1 0,-1 0 0,1-2 0,0 2-202,11-17-9221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1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20708,'0'0'12059,"30"-16"-17508,-24 8-2345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1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0 634 6425,'0'0'23052,"6"-20"-20325,-3 9-2445,3-9-235,1-1 0,0 1 0,2 0-1,0 0 1,16-24 0,272-380-47,-289 412 33,-7 11-51,0-1 0,-1 0 0,1 1 0,0 0 0,0-1-1,0 1 1,1 0 0,-1-1 0,0 1 0,0 0-1,1 0 1,-1 0 0,1 0 0,-1 0 0,3-1 0,-2 2-1575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2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9354,'0'0'20414,"14"28"-17928,3 5-2016,3 5-456,1 0 1,36 48-1,17 19-531,-4 4-1,98 210 1,-164-309-900,6 11-2705,-1-9-7915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2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15547,'0'0'14165,"12"-14"-13925,39-44-123,-50 57-115,0 0 0,0 0 1,0 0-1,0 0 0,0 0 0,0 0 0,1 0 0,-1 1 0,0-1 1,1 1-1,-1-1 0,0 1 0,1-1 0,-1 1 0,1 0 0,-1-1 1,1 1-1,-1 0 0,0 0 0,1 0 0,-1 0 0,1 1 1,-1-1-1,1 0 0,-1 0 0,0 1 0,1-1 0,-1 1 0,0 0 1,1-1-1,-1 1 0,0 0 0,0 0 0,2 1 0,1 2 1,0 0-1,0 0 0,0 0 1,-1 1-1,0 0 0,4 6 1,-5-7 4,4 8-23,0 1 0,-1 0 1,0 1-1,-1-1 0,-1 1 1,0-1-1,-1 1 0,0 0 1,-1 0-1,-1 0 0,-2 19 1,2-24 21,-5 5 44,5-14-32,0 1 0,0-1 0,0 0-1,0 1 1,-1-1 0,1 0 0,0 0 0,0 1 0,0-1 0,-1 0 0,1 0 0,0 0 0,0 1 0,-1-1 0,1 0 0,0 0 0,-1 0 0,1 0 0,0 1 0,0-1 0,-1 0-1,1 0 1,0 0 0,-1 0 0,1 0 0,0 0 0,-1 0 0,1 0 0,0 0 0,-1 0 0,1 0 0,0 0 0,-1 0 0,1 0 0,0-1 0,0 1 0,-1 0 0,1 0 0,0 0 0,-1 0-1,1-1 1,0 1 0,0 0 0,-1 0 0,1-1 0,0 1-16,0 0 0,0-1 0,0 1 0,0 0-1,0-1 1,0 1 0,0 0 0,0-1 0,0 1 0,0 0-1,0 0 1,0-1 0,1 1 0,-1 0 0,0-1 0,0 1-1,0 0 1,0 0 0,1-1 0,-1 1 0,0 0 0,0 0-1,1-1 1,-1 1 0,0 0 0,0 0 0,1 0 0,-1 0-1,0 0 1,0-1 0,1 1 0,-1 0 0,0 0 0,1 0 0,-1 0-1,0 0 1,1 0 0,-1 0 0,0 0 0,1 0 0,16-5-24,-11 5-31,0 0 0,-1-1 0,1 2 1,-1-1-1,1 1 0,0-1 1,-1 2-1,1-1 0,-1 0 0,0 1 1,1 0-1,-1 1 0,9 4 1,-7-1-51,0 0 0,0 0 1,-1 1-1,0-1 0,0 1 1,-1 1-1,0-1 1,6 12-1,-6-9 94,1 1 0,-1 0 0,-1 0 0,0 1 0,0 0 0,-1-1 0,-1 1 0,0 0 0,-1 0 0,0 0 0,-1 1 0,0-1 0,-1 0 0,-2 14 0,2-23 14,-1 1-1,1-1 1,-1 0-1,1 0 1,-1 0-1,0 0 1,0 0-1,0 0 1,-1 0-1,1-1 1,-1 1-1,0-1 1,1 0-1,-1 0 1,0 0-1,0 0 1,0 0-1,-1-1 1,1 1-1,0-1 1,-1 0-1,1 0 1,0 0-1,-6 0 1,-9 3 47,0-2 0,0 0 0,-23-2 1,37 0-41,2 0-81,-15 1 211,0-2 1,0 0-1,-30-7 1,43 7-288,0 0 1,0 0-1,-1-1 1,1 0-1,1 0 1,-1 0-1,0 0 1,-6-6-1,8 7-164,0-1 0,1 0 0,-1 0 0,1 0 0,0 0-1,-1 0 1,1 0 0,0 0 0,0 0 0,0 0 0,1 0-1,-1-1 1,0 1 0,1 0 0,0 0 0,-1-1 0,1-3 0,0 5-13,0 0 0,1 0 1,-1 1-1,0-1 0,0 0 1,1 0-1,-1 1 1,0-1-1,1 0 0,-1 1 1,1-1-1,-1 0 0,1 1 1,-1-1-1,1 1 0,-1-1 1,1 1-1,0-1 1,-1 1-1,1-1 0,0 1 1,0-1-1,-1 1 0,1 0 1,0-1-1,1 1 1,26-7-5761,-18 6 3501,20-7 305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3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15723,'0'0'13494,"20"0"-12327,145 0 447,-148 1-1801,1 0 1,-1 0 0,1 2-1,21 6 1,8 8-9086,-70-17-9057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3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6601,'0'0'23341,"188"-27"-23069,-135 27-152,0 0-120,-6 6-280,-5 2-784,-7-3-752,0-5-2593,-5 0-5761,-13-16 616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4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1 571 16235,'0'0'15426,"11"-30"-14476,-3 7-841,56-166-62,-55 161-47,5-15 0,-1 0 0,-2-1 0,-2-1 0,5-81 0,4 227 0,2 187 0,0 0 0,-20-287-71,0 0 0,0 1 0,0-1 1,0 1-1,0-1 0,1 0 0,-1 1 0,1-1 0,-1 1 1,1-1-1,-1 0 0,1 0 0,0 1 0,-1-1 0,1 0 1,0 0-1,2 2 0,-3-3-57,1 0-1,0 1 1,-1-1 0,1 0 0,0 0-1,-1 0 1,1 0 0,0 0 0,-1 0-1,1 0 1,0 0 0,-1-1 0,1 1-1,-1 0 1,1 0 0,0 0 0,-1-1-1,1 1 1,-1 0 0,1-1 0,-1 1-1,1 0 1,0-1 0,-1 1-1,1-2 1,32-39-9779,-31 38 8823,20-29-12257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4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11 20692,'0'0'10924,"-15"23"-9969,-47 78-759,53-83-196,1 1 0,0 0 0,1 1 0,2 0 0,0 0 0,0 0 0,2 0 0,1 1 0,0 0 0,3 37 0,-1-49 0,0 4 0,0 1 0,1-1 0,0 0 0,1 0 0,1 0 0,0 0 0,7 19 0,-6-25 0,0 0 0,0 0 0,0 0 0,1-1 0,0 0 0,0 0 0,0 0 0,1-1 0,0 1 0,0-1 0,1-1 0,-1 1 0,1-1 0,8 4 0,2 0 0,0-1 0,0-1 0,0-1 0,1 0 0,0-1 0,0-1 0,0 0 0,0-2 0,0 0 0,0-1 0,1-1 0,-1 0 0,0-2 0,0 0 0,0-1 0,-1 0 0,1-2 0,-1 0 0,0-1 0,-1-1 0,0 0 0,0-1 0,0-1 0,-1-1 0,-1 0 0,0 0 0,-1-2 0,0 0 0,0 0 0,-2-1 0,21-31 0,-26 35 0,-1 0 0,0-1 0,-1 1 0,0-1 0,-1 0 0,0 0 0,0-1 0,1-21 0,-4 26 0,0-1 0,0 0 0,-1 0 0,1 1 0,-2-1 0,1 0 0,-1 1 0,0-1 0,-1 1 0,0 0 0,0 0 0,-1 0 0,0 0 0,-5-8 0,-12-7-56,0 0 0,-2 2 1,0 0-1,-1 1 0,-1 2 0,-52-28 0,62 37-685,0 1-1,-1 0 1,1 2 0,-1-1-1,-1 2 1,1 0-1,-20-2 1,-66 1-10183,45 5-188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44 794 336,'0'0'24396,"-5"11"-21922,-14 33-216,14-33-335,4-11-752,0 0-1166,1 0 1,-1 0-1,0 0 1,1 0-1,-1 0 1,0-1 0,1 1-1,-1 0 1,1-1-1,-1 1 1,1 0-1,-1-1 1,1 1 0,-1-1-1,1 1 1,-1 0-1,1-1 1,-1 1-1,1-1 1,0 0 0,-1 1-1,1-1 1,0 1-1,0-1 1,-1 1-1,1-1 1,0 0 0,0 1-1,0-1 1,0 0-1,0 1 1,0-1-1,0 0 1,0 1 0,0-1-1,0 1 1,0-1-1,0 0 1,0 1-1,0-1 1,0 0-1,1 1 1,-1-1 0,0 1-1,1-1 1,0 0-1,14-30-57,-3 16 52,37-44 0,-2-3 0,-3-1 0,41-80 0,103-246 0,-180 372 0,-3 8 0,-1-1 0,1 0 0,1 1 0,8-10 0,-14 19-59,0 0 1,0 0-1,1 0 0,-1 0 0,0 0 1,0 0-1,1 0 0,-1 0 0,0 0 1,0 0-1,1 0 0,-1 0 1,0 0-1,0 0 0,1 0 0,-1 0 1,0 0-1,0 0 0,0 0 1,1 0-1,-1 0 0,0 1 0,0-1 1,0 0-1,1 0 0,-1 0 0,0 0 1,0 1-1,0-1 0,0 0 1,0 0-1,1 0 0,-1 1 0,0-1 1,0 0-1,0 0 0,0 1 0,0-1 1,0 0-1,0 0 0,0 0 1,0 1-1,0-1 0,0 0 0,0 0 1,0 1-1,0-1 0,0 0 0,0 0 1,0 1-1,0-1 0,0 0 1,0 0-1,0 1 0,0-1 0,-1 0 1,1 0-1,0 0 0,0 1 1,0-1-1,0 1-603,-1 3-727,1 0 0,0 0 1,-1 0-1,0 0 0,0-1 0,0 1 0,-1 0 0,1 0 0,-1-1 0,0 1 0,-4 6 0,-12 17-7258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6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7666,'0'0'21815,"6"23"-20551,5 11-758,1 0-1,1-1 1,34 58-1,99 174-505,-75-130 0,6 5 0,-76-139-290,-1 1 0,1-1 1,0 0-1,-1 0 0,1 0 0,0 0 1,0 0-1,-1-1 0,1 1 0,0 0 1,0 0-1,0-1 0,0 1 0,0 0 1,1-1-1,-1 1 0,0-1 0,0 1 1,0-1-1,2 1 0,-3-1-41,1 0 0,0 0-1,-1-1 1,1 1 0,0 0 0,-1 0 0,1 0-1,-1 0 1,1-1 0,0 1 0,-1 0 0,1-1-1,-1 1 1,1 0 0,-1-1 0,1 1 0,-1-1-1,1 1 1,-1-1 0,1 1 0,-1-1 0,0 1-1,1-1 1,-1 1 0,0-1 0,0 0 0,1 1-1,-1-1 1,0 1 0,0-1 0,0 0-1,0 1 1,0-1 0,0 0 0,5-17-10805,1-1 8262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6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3 117 3713,'0'0'27732,"-1"-17"-27205,0-53-191,1 68-329,1 1 0,-1-1 0,1 1 0,0-1 0,-1 1 0,1-1 0,0 1 0,0-1 0,0 1 1,0 0-1,0-1 0,0 1 0,0 0 0,1 0 0,-1 0 0,0 0 0,1 0 0,-1 0 0,1 0 0,-1 1 0,1-1 0,-1 0 0,1 1 0,0-1 0,-1 1 0,1 0 0,-1-1 0,1 1 0,0 0 0,-1 0 0,1 0 0,0 0 0,-1 0 0,1 1 0,0-1 0,-1 0 0,4 2 0,4-1 0,-4-2-32,1 1 1,0 1-1,0-1 1,-1 1-1,1 0 1,-1 0-1,1 0 1,-1 1-1,1 0 1,-1 0-1,9 5 0,-11-4-8,0 0 0,0-1 0,0 1 0,0 0 0,-1 0 0,0 0-1,1 1 1,-1-1 0,-1 1 0,1-1 0,0 1 0,-1 0-1,0-1 1,1 1 0,-2 0 0,1 0 0,0 0 0,-1 5-1,1-8 22,0 12-69,0 0-1,0-1 1,-2 24-1,1-34 87,0 0 1,-1 0-1,1 0 0,0-1 1,0 1-1,-1 0 0,1 0 1,-1 0-1,0-1 0,0 1 1,1 0-1,-1-1 0,0 1 1,0-1-1,0 1 0,-1-1 1,1 1-1,0-1 0,-1 0 1,1 1-1,0-1 0,-1 0 1,1 0-1,-1 0 0,0 0 0,1-1 1,-1 1-1,0 0 0,0-1 1,1 1-1,-1-1 0,0 1 1,0-1-1,-2 0 0,3 0 378,33-10-352,-22 10-107,-1 0 0,1 0 1,0 1-1,0 0 0,0 1 1,-1 0-1,1 1 0,-1 0 1,1 0-1,-1 1 0,0 0 0,-1 1 1,1-1-1,-1 2 0,0-1 1,0 2-1,0-1 0,-1 1 1,0 0-1,0 0 0,-1 0 0,0 1 1,0 0-1,7 14 0,-11-15 15,1 1 0,-1 0-1,0 0 1,-1 0-1,1 0 1,-2 0-1,1 0 1,-1 0 0,-1 12-1,0 2 16,1-21 55,0 1 0,0-1 0,0 1 0,0-1 0,-1 0 0,1 1 0,-1-1 0,1 1 0,-1-1 0,1 0 0,-1 0 0,0 1 0,0-1 0,1 0 0,-1 0 0,0 0 0,0 0 0,0 0 0,0 0 0,-1 0 0,1 0 0,-2 1 0,-1 0 51,0 0 1,0 0-1,-1-1 0,1 1 0,-1-1 0,1 0 1,-7 1-1,-9-1 256,0 0 0,-30-3 1,45 2-277,-11-2-107,0-1 0,0 0 0,0-1 0,0-1 0,1 0 0,0-1 0,0-1 0,-18-10 0,33 17-72,0 0-1,0-1 1,-1 1-1,1 0 1,0 0-1,0 0 1,0 0-1,-1 0 1,1 0-1,0-1 1,0 1 0,0 0-1,-1 0 1,1 0-1,0 0 1,0-1-1,0 1 1,0 0-1,0 0 1,0-1-1,0 1 1,-1 0-1,1 0 1,0 0-1,0-1 1,0 1-1,0 0 1,0 0 0,0-1-1,0 1 1,0 0-1,0 0 1,0-1-1,0 1 1,0 0-1,1 0 1,-1-1-1,0 1 1,0 0-1,0 0 1,0-1-1,12-7-3659,20-5-1235,-28 11 3583,33-12-6936,-2-4 5492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7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 1800,'0'0'29033,"-4"0"-27403,231-8-1326,-166 8-2816,61 0-8828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7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23 13915,'0'0'18143,"0"0"-18132,0 0 0,-1 0 0,1 0 0,0 0 0,0 0 0,0-1 0,-1 1 0,1 0 0,0 0 0,0 0 0,0 0 1,0 0-1,-1-1 0,1 1 0,0 0 0,0 0 0,0 0 0,0-1 0,0 1 0,0 0 0,0 0 0,0 0 0,0-1 1,0 1-1,0 0 0,-1 0 0,1-1 0,0 1 0,0 0 0,1 0 0,-1-1 0,0 1 0,0 0 0,0 0 1,0 0-1,0-1 0,0 1 0,0 0 0,0 0 0,0 0 0,0-1 0,1 1 0,-1 0 0,0 0 0,0 0 0,0 0 1,0-1-1,0 1 0,1 0 0,-1 0 0,0 0 0,0 0 0,0 0 0,1 0 0,-1-1 0,0 1 0,0 0 0,1 0 1,-1 0-1,0 0 0,0 0 0,0 0 0,1 0 0,38-6-11,0 2 0,0 2 0,63 4 0,-25 0 0,-61-3 0,-1 1 0,1 1 0,-1 0 0,1 1 0,-1 1 0,0 0 0,0 1 0,0 1 0,20 9 0,-25-5-2582,-9-9 2270,-1 1-1,0-1 0,0 1 0,1-1 0,-1 1 0,0-1 0,0 0 1,0 1-1,0-1 0,1 1 0,-1-1 0,0 1 0,0-1 0,0 1 1,0-1-1,0 1 0,0-1 0,0 1 0,0-1 0,0 1 0,-1-1 1,1 1-1,0-1 0,0 1 0,0-1 0,0 0 0,-1 1 0,1 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9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385 160 3041,'0'0'23750,"-11"-6"-22134,3 1-1219,-1 0-1,0 1 0,0 0 1,0 1-1,0 0 0,-1 0 1,1 1-1,-1 0 0,0 1 1,-11-1-1,12 2-396,1 0 0,0 1 0,0-1 0,0 2 0,0-1 0,0 1 0,1 0 0,-1 1 0,0 0 0,1 0 0,0 0 0,0 1 0,0 0 0,0 1 0,0 0 0,1 0 0,0 0 0,0 1 0,0-1 0,1 1 0,-8 12 0,0 0 0,2 0 0,0 1 0,1 0 0,1 1 0,0 0 0,2 0 0,0 0 0,2 1 0,0 0 0,1 1 0,1-1 0,1 1 0,1-1 0,1 1 0,3 25 0,-2-39 0,0 0 0,0 0 0,1 0 0,0 0 0,0 0 0,1-1 0,0 1 0,1-1 0,-1 0 0,1 0 0,0 0 0,1 0 0,0-1 0,6 8 0,-1-5 0,-1-1 0,1 0 0,1 0 0,0-1 0,0 0 0,0-1 0,1 0 0,13 5 0,7-1 0,0-1 0,0-1 0,1-2 0,0-1 0,0-2 0,36-1 0,114-9 0,-154 3 0,-1 0 0,0-2 0,0-1 0,38-16 0,-42 14 0,-1-1 0,0-1 0,32-22 0,-49 29 0,-1 0 0,0 0 0,0-1 0,0 1 0,0-1 0,-1 0 0,0 0 0,0-1 0,0 1 0,-1-1 0,1 0 0,-2 0 0,1 0 0,-1 0 0,1-1 0,-2 1 0,1-1 0,1-10 0,-3 3 0,-1 0 0,0 1 0,-1-1 0,0 0 0,-1 1 0,-1 0 0,0 0 0,0 0 0,-2 0 0,1 0 0,-2 1 0,0 0 0,0 1 0,-1-1 0,-12-12 0,-16-17 0,-1 3 0,-66-53 0,84 75 0,10 9 0,-25-22 0,-60-39 0,83 61 0,0 1 0,-1 0 0,1 1 0,-1 0 0,0 0 0,0 2 0,-1 0 0,1 0 0,-1 1 0,-19-1 0,29 3-208,0 1 1,0 0-1,0 0 0,0 0 1,0 0-1,0 0 0,0 0 1,0 1-1,0-1 0,1 1 1,-1 0-1,1 0 0,-1 0 1,1 0-1,0 0 0,0 1 1,-1-1-1,2 1 0,-1-1 1,0 1-1,0 0 0,1 0 1,0 0-1,-1 0 1,0 3-1,-5 14-3284,0 0 0,-6 36 0,8-34 771,-8 37-7273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19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16772,'0'0'15069,"22"11"-14270,-7-5-724,0 2-70,1-1 0,0-1 0,0-1 1,0 0-1,1-1 0,0 0 0,-1-2 1,1 0-1,20-1 0,320-27-5,-153 6 0,353-2 0,-384 26 0,210 30 0,250 27 0,121-63 0,-406-29 0,-203 15 0,-131 13-8,-13-2-107,-21-3-966,-7 4-2173,0 2 1,-55 2-1,28 1-3649,-17-1-3931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0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0 231 8706,'0'0'19809,"35"-4"-17312,4-1-1810,24-2-153,102-26 0,292-51-534,10 33 0,830 5 0,-415 94 0,-617-12 0,-88-9 0,-162-21-372,-16-2-453,-12-1-745,-28 0-4250,-10-1-4446,4-2 201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5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42 768 11210,'0'0'16048,"-7"6"-14524,-27 22 1370,35-72-1803,26-119-1091,52-170 0,-28 133 0,-43 139 0,-3 81 0,-25 335 0,3-119 0,15-185-1504,0 7-2567,2-47 1455,-1-24-179,1-10-6935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5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2761,'0'0'30006,"0"-19"-30006,0 14 0,6 5 0,6-3 0,6 3-3913,-6 0-3632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6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0 797 10298,'0'0'17105,"3"-25"-15802,0-2-1004,0-2 71,0-1-1,3 1 1,13-44 0,13-14 794,89-163-1,-47 104-2225,-58 98-3202,-13 14-3684,-3 15-1971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6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16371,'0'0'13095,"12"32"-12184,3 11-555,59 141 1089,16 33-797,30 68-780,-115-275-586,13 23 1338,-6-21-3234,2-7-5066,-9-5-11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6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0 427 18652,'0'0'12233,"8"-30"-11745,73-231-234,-71 227-232,-8 24-21,1 0 1,0 0-1,0 1 0,1-1 1,0 1-1,1 0 1,0 0-1,8-10 0,-13 18-6,1 1 0,-1-1 0,1 1 0,0-1 0,-1 1 0,1-1 0,0 1 0,-1-1 0,1 1 0,0 0 0,-1-1 0,1 1 0,0 0 0,0 0 0,-1-1 0,1 1 1,0 0-1,0 0 0,0 0 0,-1 0 0,1 0 0,0 0 0,0 0 0,0 0 0,-1 1 0,1-1 0,0 0 0,0 0 0,-1 1 0,1-1 0,0 0 0,-1 1 0,1-1 0,0 1 0,-1-1 0,1 1 0,0-1 0,-1 1 0,1-1 0,-1 1 0,1 0 0,-1-1 0,1 1 0,-1 0 0,0-1 0,1 1 0,-1 1 0,17 35 104,4 47-150,-3 0 0,12 156 0,-28-197-3301,-3-31-1494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7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14523,'0'0'17512,"6"-5"-16877,-1 2-626,0 0 1,1 0 0,-1 0 0,1 1 0,0-1 0,0 1 0,0 1-1,0-1 1,0 1 0,0 0 0,8 0 0,84 1-22,-50 1 3,17 0-3294,85 11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7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11931,'0'0'17355,"0"159"-15346,6-101-993,18 0-560,-7 3-456,-5-8 0,0-11 0,-6-7 0,0-19-776,0-8-1345,-1-8-1527,1-14-1345,0-7-3353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8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131 291 1176,'0'0'29496,"-6"-20"-27721,-20-69-1455,25 84-320,1 0 0,0-1 0,0 1 0,0 0 0,1 0 0,-1 0 0,1 0 0,1 0 0,-1 0 0,1 0 0,-1 0 0,1 0 0,1 0 0,-1 1 0,1-1 0,0 1 0,0 0 0,0 0 0,0 0 0,1 0 0,0 0 0,-1 1 0,8-5 0,-5 2 0,1 0 0,1 0 0,0 0 0,0 0 0,0 1 0,1 0 0,0 1 0,0 0 0,0 0 0,0 1 0,0 0 0,1 0 0,17-1 0,-22 3 0,1 1 0,-1 0 0,0 0 0,0 0 0,0 1 0,0-1 0,0 1 0,0 1 0,0-1 0,0 1 0,0 0 0,0 0 0,-1 0 0,1 0 0,-1 1 0,1 0 0,-1 0 0,0 0 0,0 1 0,0-1 0,-1 1 0,1 0 0,-1 0 0,0 0 0,4 8 0,-1 0 0,0 1 0,-1 1 0,0-1 0,-2 1 0,1 0 0,-2 0 0,2 18 0,-1 105 0,-4-87 0,1-32 0,-2 0 0,0 0 0,-1-1 0,0 1 0,-2-1 0,0 0 0,-1 0 0,-1 0 0,0-1 0,-17 27 0,18-34 0,0 0 0,0 0 0,-1-1 0,0 0 0,-1 0 0,0 0 0,0-1 0,0-1 0,-1 1 0,0-1 0,-1-1 0,1 1 0,-1-2 0,0 1 0,0-1 0,0-1 0,-1 0 0,-21 3 0,14-4 0,1-2 0,-1 0 0,0-1 0,1 0 0,-20-5 0,32 5 0,1-1 0,-1 1 0,0-1 0,1 0 0,0 0 0,-1 0 0,1 0 0,0-1 0,0 0 0,-6-5 0,8 6 0,1 0 0,-1 0 0,1 0 0,-1 0 0,1 0 0,0-1 0,0 1 0,0 0 0,0-1 0,1 1 0,-1 0 0,0-1 0,1 1 0,0-1 0,0 1 0,0-1 0,0 0 0,0 1 0,0-1 0,0 1 0,2-5 0,-1 6 0,-1 0 0,1-1 0,0 1 0,0 0 0,0 0 0,0 0 0,0 0 0,0 0 0,0 0 0,0 0 0,1 0 0,-1 0 0,0 1 0,1-1 0,-1 0 0,0 1 0,1-1 0,-1 1 0,1 0 0,-1-1 0,0 1 0,3 0 0,42-6 0,-31 5 0,35-5 0,0 2 0,0 3 0,0 1 0,51 8 0,-88-5-184,-1 1 1,1 0-1,-1 0 1,0 1-1,0 1 1,-1 0-1,0 0 1,0 1-1,16 14 1,-21-17-165,0 1 1,-1 0 0,0 1 0,0-1-1,0 1 1,0 0 0,-1 0 0,0 0-1,-1 1 1,1-1 0,-1 1 0,0 0-1,-1 0 1,0 0 0,0 0 0,0 1 0,0 11-1,-2-9-10506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8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35 624,'0'0'32143,"24"-35"-47258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8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0 881 18348,'0'0'13137,"16"-30"-12030,7-15-922,70-122-195,-7 38 10,-35 56 0,76-147 0,-94 155-123,-20 42-368,-2 0 0,0-1 0,12-38 0,-21 49-2202,-2 12 2233,-1 1 0,1-1 0,0 1 0,-1 0-1,1-1 1,0 1 0,-1 0 0,1-1 0,0 1 0,-1 0-1,1-1 1,-1 1 0,1 0 0,0 0 0,-1-1-1,1 1 1,-1 0 0,1 0 0,-1 0 0,1 0 0,-1-1-1,1 1 1,-1 0 0,1 0 0,-1 0 0,1 0-1,-1 0 1,1 0 0,-1 0 0,1 1 0,-1-1 0,0 0-1,-25 0-8875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9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10970,'0'0'17480,"15"22"-15597,118 162 228,-85-124-1972,-4 2 1,54 99-1,52 145-642,-97-194-329,-49-103 1644,1-4-10542,-1-18-8770,-4-5 16063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9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19412,'0'0'5053,"27"-3"-4841,83-6-220,-105 9 42,1 0 0,-2 1-1,1 0 1,0 0-1,0 0 1,0 0 0,0 1-1,0 0 1,-1 0 0,1 0-1,-1 0 1,0 1-1,0 0 1,1 0 0,-2 0-1,1 0 1,0 1 0,-1-1-1,1 1 1,-1 0-1,0 0 1,-1 0 0,1 0-1,0 1 1,-1-1-1,0 1 1,0 0 0,-1-1-1,1 1 1,-1 0 0,0 0-1,0 8 1,1 3 143,-1 0 1,0 0-1,-4 29 0,2-40-172,0 1-1,0-1 0,0 0 0,-1 0 0,0 0 1,0 0-1,0 0 0,-1 0 0,0-1 0,0 1 0,0-1 1,0 0-1,-1 1 0,-7 5 0,-2 0 137,0-1-1,-1 0 0,0-1 1,0-1-1,-28 11 1,1-1 2018,45-15 711,20 4-2594,275 32-151,-167-34-3600,-117-4 1331,6 0-2763,2-1-3699,5-3-1093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29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21253,'0'0'11514,"165"-45"-11514,-106 45 0,0-3 0,0 3 0,-12 0 0,-6 0 0,-6 0 0,-17 0-1408,0 0-3417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0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18396,'0'0'14371,"0"159"-14371,23-96 0,-5 9 0,6-1 0,-13 1 0,1-9 0,-6-15 0,0-11-472,-6-26-2161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0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47 211 11082,'0'0'19323,"-7"-24"-17378,-20-74-1528,26 95-417,0 1 0,0-1 0,1 0 0,-1 1 0,1-1 0,0 0 0,-1 1 0,1-1 0,0 0 0,1 0 0,-1 1 0,0-1 0,1 0 0,0 1 0,-1-1 0,1 1 0,0-1 0,1 1 0,-1-1 0,0 1 0,1-1 0,-1 1 0,1 0 0,-1 0 0,1 0 0,0 0 0,0 0 0,0 0 0,0 1 0,1-1 0,-1 1 0,0-1 0,1 1 0,-1 0 0,1 0 0,-1 0 0,1 0 0,-1 0 0,6 0 0,-3 0 0,0 0 0,0 0 0,0 1 0,0 0 0,0 0 0,0 0 0,0 1 0,0 0 0,0 0 0,0 0 0,0 0 0,0 1 0,0 0 0,-1 0 0,1 0 0,-1 0 0,0 1 0,6 4 0,-2 2 0,0 1 0,-1 1 0,0-1 0,-1 1 0,0 0 0,0 1 0,-2-1 0,1 1 0,-1 0 0,-1 0 0,2 13 0,1 13 0,-2 0 0,-2 53 0,-2-83-1,0 0 0,-1 0 0,0 0 0,-1 0 0,1 0 0,-2 0 0,-3 11 0,4-16 1,1 0 0,0 0 0,-1-1 0,1 1 0,-1-1 0,0 1 0,0-1 0,0 1 0,0-1 0,0 0 0,0 0 1,-1 0-1,1 0 0,-1-1 0,0 1 0,1-1 0,-1 1 0,0-1 0,0 0 0,0 0 0,0 0 0,-4 0 0,6-1 0,1 0 1,0 1-1,-1-1 0,1 0 0,-1 0 0,1 0 0,-1 0 0,1 0 0,-1 0 0,1 0 1,0 0-1,-1-1 0,1 1 0,-1 0 0,1 0 0,0 0 0,-1 0 0,1 0 0,-1-1 1,1 1-1,0 0 0,-1 0 0,1-1 0,0 1 0,-1 0 0,1-1 0,0 1 1,0 0-1,-1-1 0,1 1 0,0 0 0,0-1 0,-1 1 0,1-1 0,0 1 0,0 0 1,0-1-1,0 1 0,0-1 0,0 1 0,0-1 0,0 1 0,0 0 0,0-1 0,0 1 1,0-1-1,0 1 0,0-1 0,0 1 0,0 0 0,0-1 0,0 1 0,1-1 0,-1 1 1,0 0-1,0-1 0,1 1 0,-1-1 0,0 1 0,1-1 0,-1 1 0,2-1 1,-1-1 0,1 1 0,0 0 0,0 0 0,0 0 0,0 0 0,0 0 0,0 0 1,0 0-1,0 1 0,0-1 0,0 1 0,0-1 0,0 1 0,1 0 0,1 0 0,45 1-39,-29 0-50,-13-1-56,1 0 0,-1 1-1,0 1 1,1-1 0,-1 1 0,0 0 0,0 1-1,0-1 1,-1 2 0,1-1 0,-1 1 0,1 0 0,-1 0-1,0 0 1,-1 1 0,1 0 0,-1 0 0,0 0-1,8 13 1,-6-9 62,-1 1 0,0 0 0,-1 1-1,0-1 1,-1 1 0,0 0 0,-1 0-1,0 0 1,0 1 0,-1-1 0,-1 1-1,0 13 1,0-18 96,-1 0-1,0 1 0,0-1 1,-1 0-1,0 1 0,0-1 1,-1 0-1,0 0 1,0 0-1,-1 0 0,0 0 1,0 0-1,0-1 1,-1 0-1,0 1 0,0-1 1,-1-1-1,0 1 1,0-1-1,0 0 0,0 0 1,-1 0-1,0-1 0,-9 6 1,-1 0-125,-1-1 0,0-1 1,0 0-1,-1-1 0,0-1 1,0-1-1,0-1 0,-1 0 1,0-1-1,1-1 0,-37-1 1,48-1-532,1 0 1,0-1 0,-1 1 0,1-1 0,0-1 0,-1 1 0,1-1 0,0 0-1,-12-6 1,15 6-387,-1-1 0,1 1 0,0-1 0,-1 0-1,1 1 1,0-2 0,1 1 0,-1 0 0,1 0 0,-3-5-1,-4-16-6417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1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10546,'0'0'16284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1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4 906 10066,'0'0'14879,"-1"-25"-12914,0 11-1666,0-5 114,0 0 0,2 0 0,0 0 0,1 0 0,0 0 0,2 0 0,10-31 0,11-12 61,3 1 0,3 1-1,40-57 1,130-157-154,-188 257-432,62-70-3070,-72 84 1136,2 0 3939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1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1 808,'0'0'27069,"28"31"-24904,9 9-1581,134 156 842,-100-98-1247,-4 2 0,-4 4-1,87 199 1,-141-284-745,-1-4-2002,-1 0 0,-1 0 0,0 0 0,-1 1 0,-1 0-1,5 32 1,-9-41-7871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2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0 319 19788,'0'0'7067,"12"-31"-5137,39-99-757,-44 112-1028,30-67 199,-34 80-344,0-1 0,1 1 0,-1 0-1,1 0 1,0 1 0,0-1 0,0 1 0,1 0-1,5-4 1,-10 7 4,1 1 0,-1 0 0,1-1 0,-1 1 0,0 0 0,1 0 0,-1 0 0,1 0 0,-1-1 0,0 1 0,1 0 0,-1 0 0,1 0 0,-1 0 0,1 0-1,-1 0 1,0 0 0,1 0 0,-1 0 0,1 0 0,-1 0 0,1 0 0,-1 0 0,0 1 0,1-1 0,-1 0 0,1 0 0,-1 0 0,0 1 0,1-1 0,-1 0 0,0 0 0,1 1 0,-1-1 0,1 1 0,8 19 107,-3 32 8,-5-45-112,10 221 810,8 59 308,-15-244-4923,-2 17-9337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4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40 369 224,'0'0'23277,"0"-60"-14011,-5-33-9266,2 67 0,1 0 0,1 0 0,1-1 0,2 1 0,8-44 0,-9 68 0,1 1 0,0-1 0,0 1 0,0 0 0,0 0 0,0-1 0,0 2 0,0-1 0,0 0 0,0 0 0,1 1 0,-1-1 0,0 1 0,0-1 0,1 1 0,-1 0 0,0 0 0,1 0 0,2 1 0,48 3 0,-48-1 0,0 0 0,0-1 0,0 2 0,0-1 0,0 1 0,-1-1 0,1 1 0,-1 1 0,0-1 0,4 6 0,31 49 0,-33-44 0,0 0 0,-1 1 0,-1 0 0,-1-1 0,0 1 0,-1 1 0,0-1 0,-1 0 0,-3 24 0,2-32 0,0-4 0,0 0 0,-1 0 0,0 0 0,1 0 0,-2 0 0,1-1 0,0 1 0,-1 0 0,1-1 0,-1 1 0,0-1 0,0 0 0,-1 0 0,1 1 0,-1-1 0,1-1 0,-1 1 0,0 0 0,-4 2 0,2-1 0,0-1 0,0 0 0,0 0 0,0-1 0,-1 1 0,1-1 0,-1 0 0,1-1 0,-1 1 0,0-1 0,0 0 0,-8 0 0,78 23 0,-47-18 0,0 0 0,0 2 0,-1 0 0,26 18 0,-37-23 0,-1 0 0,0 1 0,0-1 0,0 1 0,0 0 0,-1 0 0,1 0 0,-1 1 0,0-1 0,-1 1 0,1 0 0,-1 0 0,0 0 0,0 0 0,0 0 0,-1 0 0,1 0 0,-1 1 0,-1-1 0,1 6 0,-2-8 0,1 0 0,-1 0 0,0-1 0,0 1 0,-1 0 0,1-1 0,-1 1 0,1-1 0,-1 1 0,0-1 0,0 0 0,0 1 0,0-1 0,0 0 0,0-1 0,-1 1 0,1 0 0,-1 0 0,1-1 0,-1 0 0,1 1 0,-1-1 0,-3 1 0,-10 4 0,0 0 0,-27 6 0,1-5 0,-1-2 0,1-2 0,-50-2 0,81-1 0,10 0 0,0-1 0,-1 1 0,1-1 0,0 1 0,0-1 0,0 1 0,0-1 0,0 0 0,0 0 0,0 1 0,0-1 0,0 0 0,1 0 0,-1 0 0,0 0 0,0 0 0,1 0 0,-1 0 0,1 0 0,-1 0 0,1 0 0,-1-1 0,1 1 0,0 0 0,-1 0 0,1 0 0,0-1 0,0 1 0,0 0 0,0 0 0,0-1 0,0 0 0,0 0 0,0 0 0,0 0 0,0 0 0,0 0 0,1 0 0,-1 0 0,0 0 0,1 0 0,-1 0 0,1 0 0,0 0 0,0 0 0,0 1 0,0-1 0,0 0 0,0 0 0,0 1 0,0-1 0,1 1 0,-1-1 0,1 1 0,1-2 0,56-13-3230,-46 13 1378,23-6-5765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5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18 16051,'0'0'15002,"0"0"-14964,-1-1-1,1 1 0,0 0 0,0 0 1,-1 0-1,1 0 0,0 0 0,0 0 1,-1 0-1,1-1 0,0 1 0,0 0 1,-1 0-1,1 0 0,0 0 0,0-1 1,0 1-1,0 0 0,-1 0 0,1 0 1,0-1-1,0 1 0,0 0 0,0 0 1,0-1-1,0 1 0,0 0 0,0 0 1,0-1-1,0 1 0,0 0 0,0-1 1,0 1-1,0 0 0,0 0 0,0-1 1,0 1-1,0 0 0,0 0 0,0-1 1,0 1-1,0 0 0,0 0 1,0-1-1,1 1 0,24-4-37,1 2 0,-1 0 0,33 3 0,-18 0 0,165-1 0,-184 6-595,-17-1-358,-14-1-625,-14-3-3548,-1-1-2401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5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17804,'0'0'13097,"28"-7"-11510,95-21-1308,-96 23-279,0 2 0,0 1 0,0 1 0,33 3 0,-4 0 0,15 0-346,-31-1-2161,67-5 0,-88 0-5792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6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1 815 2897,'0'0'27451,"9"-30"-25376,-1 2-1811,7-24-238,-2-1 1,7-56 0,11-258-27,-22 233 0,-7 103 0,1 20 0,0 12 0,2 9 0,31 202 0,-9 2 0,-1 232 0,-25-412 0,-1-2 0,1 1 0,2-1 0,1 0 0,10 38 0,-9-122-3030,-5 5-4816,0-1-7060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6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21036,'0'0'11024,"28"-9"-10424,94-28-493,-107 33-107,0 1 0,0 1 0,0 0 0,0 1 0,0 1 0,0 0 0,0 1 0,1 1 0,22 5 0,-9 1 0,-1 2 0,0 1 0,28 17 0,-51-26 0,-1 1 0,1 0 0,0 0 0,-1 0 0,0 1 0,0 0 0,0 0 0,0 0 0,-1 0 0,0 0 0,1 1 0,-1-1 0,-1 1 0,1 0 0,-1 0 0,0 0 0,0 0 0,0 0 0,1 10 0,0 7 0,-1 0 0,-1 0 0,-3 38 0,0-7 0,2 510 0,6-457-5368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7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0 125 5737,'0'0'27030,"201"-106"-27030,-137 90 0,1 14 0,0 2 0,-6 0 0,-6 8 0,6 10 0,-6 3 0,-6-2 0,-6-3 0,-12-3 0,-11-5-4041,-12-5-5929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8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1019 11258,'0'0'19152,"-1"-3"-17188,0 1-1940,0 0 0,0 0 0,0 0 0,1-1 0,-1 1 1,1 0-1,0 0 0,0-1 0,0 1 0,0 0 0,0 0 1,0-1-1,0 1 0,1 0 0,-1 0 0,1-1 1,0 1-1,0 0 0,1-2 0,26-50-90,-17 35 42,262-409 24,-64 110 0,-123 169 0,-86 149-44,0 0 1,0 0-1,0 0 1,0 0-1,0 0 0,0 0 1,0 0-1,1 0 1,-1 1-1,0-1 1,0 0-1,0 0 0,0 0 1,0 0-1,0 0 1,0 0-1,0 0 0,1 0 1,-1 0-1,0 0 1,0 0-1,0 0 1,0 0-1,0 0 0,0 0 1,1 0-1,-1 0 1,0 0-1,0 0 0,0 0 1,0 0-1,0 0 1,0 0-1,0 0 0,1 0 1,-1 0-1,0-1 1,0 1-1,0 0 1,0 0-1,0 0 0,0 0 1,0 0-1,0 0 1,0 0-1,1 0 0,-1 0 1,0-1-1,0 1 1,0 0-1,0 0 0,0 0 1,0 0-1,0 0 1,0 0-1,0 0 1,0-1-1,0 1 0,-2 10-5638,-13 6-1475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8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10610,'0'0'21135,"15"18"-20710,-1-3-349,216 265 445,-169-179-521,77 171 0,-91-173 0,-43-90 6,-4-8-10,1 1-1,-1 0 0,1 0 1,0-1-1,-1 1 0,1 0 1,0-1-1,0 1 1,0-1-1,0 1 0,0-1 1,0 1-1,1-1 0,-1 0 1,0 0-1,1 0 1,-1 0-1,1 0 0,-1 0 1,1 0-1,0 0 1,-1 0-1,1-1 0,2 2 1,-3-27-3676,-1-4-918,0-5-2082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9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0 378 14387,'0'0'17224,"1"-10"-16247,4-15-933,1 0 1,1 0-1,1 1 0,14-29 0,-6 15-65,12-45 0,-24 70 21,0 0 0,0 1 0,1 0 0,1 0 0,8-13 0,-9 18 0,-4 7 0,-1-1 0,0 1 0,0 0 0,1 0 0,-1 0 0,0 1 0,1-1 0,-1 0 0,0 0 0,0 0 0,1 0 0,-1 0 0,0 0 0,0 0 0,1 0 0,-1 0 0,0 1 0,0-1 0,1 0 0,-1 0 0,0 0 0,0 0 0,0 1 0,0-1 0,1 0 0,-1 0 0,0 1 0,0-1 0,0 0 0,0 0 0,0 0 0,0 1 0,1-1 0,-1 0 0,0 1 0,0-1 0,0 0 0,0 0 0,0 1 0,0-1 0,0 0 0,0 0 0,0 1 0,0-1 0,0 0 0,0 0 0,-1 1 0,1-1 0,40 115 0,9 143 0,-33-234-7503,-16-28 107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39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3081,'0'0'28604,"0"-24"-27522,0 19-1082,1 4 0,0 0 0,0 0 0,0 0 0,0 0 0,1 1 0,-1-1 0,0 0 0,0 1 0,1-1 0,-1 1 0,1-1 0,-1 1 0,1-1 0,-1 1 0,0 0 0,1 0 0,-1 0 0,1 0 0,-1 0 0,1 0 0,-1 0 0,2 1 0,2-1 0,309-6 0,-190 8 0,-124-2-7,0 0 0,0 0 1,0 0-1,0 0 0,0 0 0,-1 1 1,1-1-1,0 0 0,0 0 0,0 0 0,0 0 1,0 0-1,0 1 0,0-1 0,0 0 1,0 0-1,0 0 0,0 1 0,0-1 0,0 0 1,0 0-1,-1 0 0,2 0 0,-1 1 1,0-1-1,0 0 0,0 0 0,0 0 1,0 1-1,0-1 0,0 0 0,0 0 0,0 0 1,0 0-1,0 0 0,0 1 0,0-1 1,0 0-1,1 0 0,-1 0 0,0 0 0,0 0 1,0 1-1,0-1 0,0 0 0,1 0 1,-1 0-1,0 0 0,0 0 0,-32 5-2827,5-4-2554,-8-1-4239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40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39 312,'0'0'26080,"24"-8"-19705,-24 7-6375,1 0 0,0 0 0,0 0 0,-1 0 0,1 1 0,0-1 0,0 0 0,0 1 0,0-1 0,0 0 0,0 1 0,0-1 0,0 1 0,0-1 0,0 1 0,0 0 0,1 0 0,-1-1 0,0 1 0,0 0 0,0 0 0,0 0 0,1 0 0,1 1 0,-1-2 0,60-4 0,1 2 0,-1 2 0,63 9 0,53 0 0,-177-8 0,0 0 0,0 0 0,0 0 0,-1 1 0,1-1 0,0 0 0,0 0 0,0 0 0,0 0 0,0 0 0,0 0 0,0 0 0,-1-1 0,1 1 0,0 0 0,0 0 0,0-1 0,0 1 0,-1-1 0,1 1 0,0 0 0,0-1 0,-1 1 0,1-1 0,0 0 0,-1 1 0,1-1 0,-1 0 0,1 1 0,0-1 0,-1 0 0,0 0 0,1 1 0,-1-1 0,1 0 0,-1 0 0,0 0 0,0 1 0,1-1 0,-1 0 0,0 0 0,0-1 0,0 1-43,-1 1 0,0-1 0,1 1 0,-1-1 1,1 1-1,-1-1 0,0 1 0,1 0 0,-1-1 0,0 1 0,1 0 0,-1-1 1,0 1-1,0 0 0,1 0 0,-1 0 0,0 0 0,0 0 0,1 0 0,-1 0 1,0 0-1,0 0 0,1 0 0,-1 0 0,0 0 0,-1 1 0,-2-1-1400,-19 0-6918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46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15 366 3777,'0'0'18589,"-1"0"-18317,1 0-1,-1 0 1,1 0-1,-1 0 1,1 0-1,-1-1 1,1 1 0,-1 0-1,1 0 1,-1-1-1,1 1 1,-1 0-1,1-1 1,-1 1-1,1-1 1,-1 1 0,1 0-1,0-1 1,-1 1-1,1-1 1,0 1-1,0-1 1,-1 1 0,1-1-1,0 1 1,0-1-1,0 1 1,-1-1-1,1 0 1,0 1-1,0-1 1,-1-67 646,-1 23-522,7-70 1,-4 110-397,0-1 0,1 1 0,-1-1 0,1 1 0,0-1 0,1 1 0,-1 0 0,1 0 0,0 0 0,1 1 0,-1-1 0,1 1 0,-1 0 0,1 0 0,1 0 0,-1 0 0,1 1 0,-1-1 0,1 1 0,0 0 0,0 1 0,0-1 0,0 1 0,9-2 0,2-1 0,0 1 0,0 0 0,1 2 0,0 0 0,-1 0 0,1 2 0,17 1 0,-22 1 0,0 0 0,0 1 0,-1 0 0,1 0 0,-1 1 0,0 1 0,0 0 0,-1 1 0,1 0 0,-1 0 0,-1 1 0,1 0 0,-1 1 0,0 0 0,-1 1 0,0 0 0,0 0 0,-1 0 0,0 1 0,9 17 0,-4-4 0,0 1 0,-1 0 0,-2 0 0,0 1 0,-2 1 0,0-1 0,-2 1 0,3 34 0,-5-23 0,-1 1 0,-2-1 0,-7 59 0,5-85 0,0-1 0,-1 0 0,0 1 0,0-1 0,-1-1 0,0 1 0,-1 0 0,0-1 0,-1 0 0,0 0 0,0-1 0,-1 1 0,0-1 0,0-1 0,-1 1 0,0-1 0,-10 7 0,-2-2 0,-1-1 0,0-1 0,0 0 0,-1-2 0,0 0 0,0-2 0,-1 0 0,0-2 0,0 0 0,0-1 0,-1-2 0,-25-1 0,48 0 0,0 0 0,0 0 0,0 0 0,0 0 0,0 0 0,0-1 0,0 1 0,1 0 0,-1 0 0,0-1 0,0 1 0,0 0 0,0-1 0,1 1 0,-1-1 0,0 1 0,0-1 0,1 0 0,-1 1 0,0-1 0,0-1 0,1 2 0,0-1 0,0 0 0,0 1 0,0-1 0,0 1 0,1-1 0,-1 1 0,0-1 0,0 1 0,0-1 0,1 1 0,-1-1 0,0 1 0,1-1 0,-1 1 0,0 0 0,1-1 0,-1 1 0,0-1 0,1 1 0,-1 0 0,1-1 0,-1 1 0,1 0 0,-1 0 0,1-1 0,-1 1 0,1 0 0,-1 0 0,1 0 0,-1 0 0,1 0 0,0 0 0,-1 0 0,1-1 0,-1 2 0,1-1 0,-1 0 0,1 0 0,-1 0 0,2 0 0,84-7 0,122 5 0,-108 3 0,-15 4 0,-1 3 0,137 33 0,-82-14 0,-131-26-265,-7-1 132,-1 0 0,1 0-1,-1 0 1,1 0 0,-1 0 0,1 0-1,-1 1 1,1-1 0,-1 0-1,0 0 1,1 0 0,-1 0 0,1 1-1,-1-1 1,1 0 0,-1 0 0,0 1-1,1-1 1,-1 0 0,1 1-1,-1-1 1,0 0 0,0 1 0,1-1-1,-1 1 1,0-1 0,1 1-1,-1-1 1,0 0 0,0 1 0,0-1-1,0 1 1,0-1 0,1 1-1,-1-1 1,0 1 0,0-1 0,0 1-1,0-1 1,0 1 0,0-1-1,-1 1 1,1-1 0,0 1 0,0-1-1,0 1 1,0-1 0,0 1-1,-1-1 1,1 1 0,0 0 21,0 4-7037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47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17300,'0'0'13161,"31"-1"-11254,491-22-1508,209 5-399,-731 18-5,1 0 0,0 0 0,-1 1 0,1-1 0,0 0 1,0 0-1,-1 0 0,1 0 0,0 0 0,-1 0 0,1 0 0,0 0 0,0-1 0,-1 1 0,1 0 0,0 0 0,-1 0 1,1-1-1,0 1 0,-1-1 0,1 1 0,-1 0 0,1-1 0,0 1 0,-1-1 0,1 1 0,-1-1 0,1 1 1,-1-1-1,0 1 0,1-1 0,-1 0 0,0 1 0,1-1 0,-1 0 0,0 1 0,1-1 0,-1 0 0,0 1 1,0-1-1,0 0 0,0 0 0,0 1 0,0-2 0,0 0-87,-1 1-1,0-1 1,0 0-1,0 1 1,1-1 0,-1 1-1,-1-1 1,1 1-1,0 0 1,0 0-1,0-1 1,-1 1 0,1 0-1,-1 0 1,1 0-1,-1 0 1,-2-1 0,-24-8-4349,4 4-2725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9T07:23:47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83 3393,'0'0'27184,"-6"-7"-25355,-2 0-1603,7 6-214,0 0 1,0 1-1,0-1 0,0 0 1,0 0-1,0 0 0,1 0 0,-1 0 1,0 0-1,0 0 0,1 0 1,-1 0-1,0 0 0,1-1 0,0 1 1,-1 0-1,0-2 0,3 1-16,0 1-1,0 0 1,0 0-1,0 0 1,0 1-1,0-1 1,0 0-1,0 1 0,0-1 1,0 1-1,0 0 1,0-1-1,0 1 1,0 0-1,1 0 1,-1 1-1,0-1 1,2 1-1,662 11 5,40-6 0,-633-6 0,-72 0-57,1 0 1,-1 0-1,0 0 0,0 0 0,0 0 1,0 0-1,0 0 0,0 0 0,0-1 1,0 1-1,0-1 0,0 1 1,0 0-1,0-1 0,0 0 0,0 1 1,0-1-1,0 0 0,0 1 0,-1-1 1,1 0-1,0 0 0,0 0 1,-1 1-1,1-1 0,-1 0 0,1 0 1,-1 0-1,1 0 0,-1 0 0,1 0 1,-1 0-1,0 0 0,0 0 0,0-1 1,1 1-1,-1 0 0,0 0 1,0 0-1,0 0 0,-1 0 0,1 0 1,0 0-1,0 0 0,-1 0 0,1 0 1,0 0-1,-1 0 0,1 0 1,-1 0-1,1 0 0,-1 0 0,-1-2 1,-18-13-8091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3F29C9-802F-4593-B8FD-EBAAA9C36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C78C904-CC50-4338-ABC7-261922010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7B1F5E-8F19-463A-AC89-4D79508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4D0E79B-189C-4F11-BE90-0B7D8AE5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218FB324-86CA-4893-8400-AF5706DA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56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A1AA64E-0AC8-4381-BAE2-648EE867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F3256EA-011E-43C5-8093-BFCF29D0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AB134F9-6E58-4B8A-9572-115EC19A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86D8045-D418-4841-AA82-DA9C8FDF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723CB00-8E13-47B6-913E-A0890344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8319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8683C3F-6697-4044-86A9-4665CA09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E482A88-10B5-4885-BF91-8C3424BA8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141399A-23F8-4825-B0EC-09F66128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D3A4AAE-2D74-40AB-9927-BAB72487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10A4185-1358-4674-A078-0A41C04F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884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E35D68-4825-417A-9FDB-2B06699B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871421C-2524-43EA-94FB-E5A904CAC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624AAE93-7F68-4A37-8688-91A99B0F8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DA76788-499E-44DA-85CC-1743C818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EB5C65FA-AF71-4A01-A2BA-E0B76A86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A1F436D3-C3DC-49C6-8DF0-5BA0BEFC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2925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1A6B915-7147-4EA3-8ABA-4EB731A5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2FF28395-495F-470F-9CA3-1CE77B6C2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5E558B7-5666-4D16-A5CE-5F97548B3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392B0034-BFEC-4F5D-956D-C8D983B4E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F8DBCAA9-61FB-4AF6-B091-09CC541B9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85112416-84F4-4DFF-B754-42D4ACDA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29A1EFF3-ADA7-4EB5-8449-AC7CE0FF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A81EBBB5-DBCF-4650-8AB8-CEF497E9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1435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E0601B0-A64B-4352-B9E2-4CAB62D7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19B18C6A-82CB-46A8-8DA4-B7595D6E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66E3468-9854-48B4-AD37-4AD3468F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1139295-2683-4FAF-A2BD-2C8D5956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5443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91D3E1EF-B170-430D-98D1-3F8D057D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29DA415C-84DB-402B-8850-18DF831B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F725CE9D-B105-4523-91F9-C5D981B3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4822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A8D10-0FF8-4114-8A23-0DEE4F40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A866417-18F8-4A64-947A-BE69AD3AA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8EAF0971-7AA5-4644-91D3-C70D59AD0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F1D2196-C673-4EE6-9FC4-6DC271CF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C59075B-75A7-4EE1-9BA5-11040126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A25E7B2D-D948-47AC-B356-5B4D0C65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4802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44F234F-D682-48BC-9EA7-3B7B9EC2C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D1E9D040-68D9-41A0-811D-09EAB99EE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30FAAEB-4D66-4A0B-9E46-2D474B4FE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AB45E40B-0C46-4B81-9786-EFFA49D5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0D8072E-7F47-4A7F-9F92-E9A6CEA2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7F9980CE-25BC-45CD-B395-39E58B3A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1071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C43CF81-5CF4-4D57-9145-4ACC98BF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0708AA2F-179D-465A-AF30-356F7DDD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2BD898A-7A93-4466-BC3A-711A40162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8C4CD5E-3E90-4B1E-89E5-4459FCB7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29602C3-8771-4320-B140-111CF425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7357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0E236FEA-E5D1-439B-AF69-AEF5BA082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17133DFA-9A12-48E0-951D-06BEC5DE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7197E2-347E-42CA-9383-94120C60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D38DE88-C18E-4E64-A1B5-7254A31E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463DC8FC-E23F-4A9B-AAFC-053CD20D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2951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A196B03F-58E8-458A-80A3-09852310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9376B5F-ADB7-43ED-83CD-4BE450E7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5770515-EB17-4781-890F-1EFE682B0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86B80-2BD7-4BB3-9613-A4DA2E026B45}" type="datetimeFigureOut">
              <a:rPr lang="sl-SI" smtClean="0"/>
              <a:t>26. 03. 2026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6C5C91-E246-404F-89DE-5F3454437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74679CC-121C-4A40-9B73-A24A602DB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06D39-E01C-42CD-B88D-0C6C875F15E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2672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37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" Type="http://schemas.openxmlformats.org/officeDocument/2006/relationships/image" Target="../media/image32.png"/><Relationship Id="rId21" Type="http://schemas.openxmlformats.org/officeDocument/2006/relationships/image" Target="../media/image41.png"/><Relationship Id="rId7" Type="http://schemas.openxmlformats.org/officeDocument/2006/relationships/image" Target="../media/image34.png"/><Relationship Id="rId12" Type="http://schemas.openxmlformats.org/officeDocument/2006/relationships/customXml" Target="../ink/ink8.xml"/><Relationship Id="rId17" Type="http://schemas.openxmlformats.org/officeDocument/2006/relationships/image" Target="../media/image39.png"/><Relationship Id="rId25" Type="http://schemas.openxmlformats.org/officeDocument/2006/relationships/image" Target="../media/image43.png"/><Relationship Id="rId2" Type="http://schemas.openxmlformats.org/officeDocument/2006/relationships/image" Target="../media/image31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36.png"/><Relationship Id="rId24" Type="http://schemas.openxmlformats.org/officeDocument/2006/relationships/customXml" Target="../ink/ink14.xml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image" Target="../media/image42.png"/><Relationship Id="rId10" Type="http://schemas.openxmlformats.org/officeDocument/2006/relationships/customXml" Target="../ink/ink7.xml"/><Relationship Id="rId19" Type="http://schemas.openxmlformats.org/officeDocument/2006/relationships/image" Target="../media/image40.png"/><Relationship Id="rId4" Type="http://schemas.openxmlformats.org/officeDocument/2006/relationships/customXml" Target="../ink/ink4.xml"/><Relationship Id="rId9" Type="http://schemas.openxmlformats.org/officeDocument/2006/relationships/image" Target="../media/image35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04" Type="http://schemas.openxmlformats.org/officeDocument/2006/relationships/image" Target="../media/image522.png"/><Relationship Id="rId5" Type="http://schemas.openxmlformats.org/officeDocument/2006/relationships/customXml" Target="../ink/ink1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.xml"/><Relationship Id="rId18" Type="http://schemas.openxmlformats.org/officeDocument/2006/relationships/image" Target="../media/image544.png"/><Relationship Id="rId3" Type="http://schemas.openxmlformats.org/officeDocument/2006/relationships/image" Target="../media/image8.png"/><Relationship Id="rId7" Type="http://schemas.openxmlformats.org/officeDocument/2006/relationships/customXml" Target="../ink/ink17.xml"/><Relationship Id="rId12" Type="http://schemas.openxmlformats.org/officeDocument/2006/relationships/image" Target="../media/image541.png"/><Relationship Id="rId17" Type="http://schemas.openxmlformats.org/officeDocument/2006/relationships/customXml" Target="../ink/ink20.xml"/><Relationship Id="rId2" Type="http://schemas.openxmlformats.org/officeDocument/2006/relationships/image" Target="../media/image1.png"/><Relationship Id="rId16" Type="http://schemas.openxmlformats.org/officeDocument/2006/relationships/image" Target="../media/image5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5" Type="http://schemas.openxmlformats.org/officeDocument/2006/relationships/customXml" Target="../ink/ink19.xml"/><Relationship Id="rId4" Type="http://schemas.openxmlformats.org/officeDocument/2006/relationships/image" Target="../media/image9.png"/><Relationship Id="rId14" Type="http://schemas.openxmlformats.org/officeDocument/2006/relationships/image" Target="../media/image542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7.xml"/><Relationship Id="rId21" Type="http://schemas.openxmlformats.org/officeDocument/2006/relationships/customXml" Target="../ink/ink29.xml"/><Relationship Id="rId42" Type="http://schemas.openxmlformats.org/officeDocument/2006/relationships/image" Target="../media/image567.png"/><Relationship Id="rId63" Type="http://schemas.openxmlformats.org/officeDocument/2006/relationships/customXml" Target="../ink/ink50.xml"/><Relationship Id="rId84" Type="http://schemas.openxmlformats.org/officeDocument/2006/relationships/image" Target="../media/image588.png"/><Relationship Id="rId138" Type="http://schemas.openxmlformats.org/officeDocument/2006/relationships/image" Target="../media/image615.png"/><Relationship Id="rId159" Type="http://schemas.openxmlformats.org/officeDocument/2006/relationships/customXml" Target="../ink/ink98.xml"/><Relationship Id="rId170" Type="http://schemas.openxmlformats.org/officeDocument/2006/relationships/image" Target="../media/image631.png"/><Relationship Id="rId191" Type="http://schemas.openxmlformats.org/officeDocument/2006/relationships/customXml" Target="../ink/ink114.xml"/><Relationship Id="rId205" Type="http://schemas.openxmlformats.org/officeDocument/2006/relationships/customXml" Target="../ink/ink121.xml"/><Relationship Id="rId226" Type="http://schemas.openxmlformats.org/officeDocument/2006/relationships/image" Target="../media/image658.png"/><Relationship Id="rId107" Type="http://schemas.openxmlformats.org/officeDocument/2006/relationships/customXml" Target="../ink/ink72.xml"/><Relationship Id="rId11" Type="http://schemas.openxmlformats.org/officeDocument/2006/relationships/customXml" Target="../ink/ink24.xml"/><Relationship Id="rId32" Type="http://schemas.openxmlformats.org/officeDocument/2006/relationships/image" Target="../media/image562.png"/><Relationship Id="rId53" Type="http://schemas.openxmlformats.org/officeDocument/2006/relationships/customXml" Target="../ink/ink45.xml"/><Relationship Id="rId74" Type="http://schemas.openxmlformats.org/officeDocument/2006/relationships/image" Target="../media/image583.png"/><Relationship Id="rId128" Type="http://schemas.openxmlformats.org/officeDocument/2006/relationships/image" Target="../media/image610.png"/><Relationship Id="rId149" Type="http://schemas.openxmlformats.org/officeDocument/2006/relationships/customXml" Target="../ink/ink93.xml"/><Relationship Id="rId5" Type="http://schemas.openxmlformats.org/officeDocument/2006/relationships/customXml" Target="../ink/ink21.xml"/><Relationship Id="rId95" Type="http://schemas.openxmlformats.org/officeDocument/2006/relationships/customXml" Target="../ink/ink66.xml"/><Relationship Id="rId160" Type="http://schemas.openxmlformats.org/officeDocument/2006/relationships/image" Target="../media/image626.png"/><Relationship Id="rId181" Type="http://schemas.openxmlformats.org/officeDocument/2006/relationships/customXml" Target="../ink/ink109.xml"/><Relationship Id="rId216" Type="http://schemas.openxmlformats.org/officeDocument/2006/relationships/image" Target="../media/image653.png"/><Relationship Id="rId22" Type="http://schemas.openxmlformats.org/officeDocument/2006/relationships/image" Target="../media/image557.png"/><Relationship Id="rId43" Type="http://schemas.openxmlformats.org/officeDocument/2006/relationships/customXml" Target="../ink/ink40.xml"/><Relationship Id="rId64" Type="http://schemas.openxmlformats.org/officeDocument/2006/relationships/image" Target="../media/image578.png"/><Relationship Id="rId118" Type="http://schemas.openxmlformats.org/officeDocument/2006/relationships/image" Target="../media/image605.png"/><Relationship Id="rId139" Type="http://schemas.openxmlformats.org/officeDocument/2006/relationships/customXml" Target="../ink/ink88.xml"/><Relationship Id="rId85" Type="http://schemas.openxmlformats.org/officeDocument/2006/relationships/customXml" Target="../ink/ink61.xml"/><Relationship Id="rId150" Type="http://schemas.openxmlformats.org/officeDocument/2006/relationships/image" Target="../media/image621.png"/><Relationship Id="rId171" Type="http://schemas.openxmlformats.org/officeDocument/2006/relationships/customXml" Target="../ink/ink104.xml"/><Relationship Id="rId192" Type="http://schemas.openxmlformats.org/officeDocument/2006/relationships/image" Target="../media/image642.png"/><Relationship Id="rId206" Type="http://schemas.openxmlformats.org/officeDocument/2006/relationships/image" Target="../media/image648.png"/><Relationship Id="rId227" Type="http://schemas.openxmlformats.org/officeDocument/2006/relationships/customXml" Target="../ink/ink132.xml"/><Relationship Id="rId12" Type="http://schemas.openxmlformats.org/officeDocument/2006/relationships/image" Target="../media/image552.png"/><Relationship Id="rId33" Type="http://schemas.openxmlformats.org/officeDocument/2006/relationships/customXml" Target="../ink/ink35.xml"/><Relationship Id="rId108" Type="http://schemas.openxmlformats.org/officeDocument/2006/relationships/image" Target="../media/image600.png"/><Relationship Id="rId129" Type="http://schemas.openxmlformats.org/officeDocument/2006/relationships/customXml" Target="../ink/ink83.xml"/><Relationship Id="rId54" Type="http://schemas.openxmlformats.org/officeDocument/2006/relationships/image" Target="../media/image573.png"/><Relationship Id="rId75" Type="http://schemas.openxmlformats.org/officeDocument/2006/relationships/customXml" Target="../ink/ink56.xml"/><Relationship Id="rId96" Type="http://schemas.openxmlformats.org/officeDocument/2006/relationships/image" Target="../media/image594.png"/><Relationship Id="rId140" Type="http://schemas.openxmlformats.org/officeDocument/2006/relationships/image" Target="../media/image616.png"/><Relationship Id="rId161" Type="http://schemas.openxmlformats.org/officeDocument/2006/relationships/customXml" Target="../ink/ink99.xml"/><Relationship Id="rId182" Type="http://schemas.openxmlformats.org/officeDocument/2006/relationships/image" Target="../media/image637.png"/><Relationship Id="rId217" Type="http://schemas.openxmlformats.org/officeDocument/2006/relationships/customXml" Target="../ink/ink127.xml"/><Relationship Id="rId6" Type="http://schemas.openxmlformats.org/officeDocument/2006/relationships/image" Target="../media/image549.png"/><Relationship Id="rId23" Type="http://schemas.openxmlformats.org/officeDocument/2006/relationships/customXml" Target="../ink/ink30.xml"/><Relationship Id="rId119" Type="http://schemas.openxmlformats.org/officeDocument/2006/relationships/customXml" Target="../ink/ink78.xml"/><Relationship Id="rId44" Type="http://schemas.openxmlformats.org/officeDocument/2006/relationships/image" Target="../media/image568.png"/><Relationship Id="rId65" Type="http://schemas.openxmlformats.org/officeDocument/2006/relationships/customXml" Target="../ink/ink51.xml"/><Relationship Id="rId86" Type="http://schemas.openxmlformats.org/officeDocument/2006/relationships/image" Target="../media/image589.png"/><Relationship Id="rId130" Type="http://schemas.openxmlformats.org/officeDocument/2006/relationships/image" Target="../media/image611.png"/><Relationship Id="rId151" Type="http://schemas.openxmlformats.org/officeDocument/2006/relationships/customXml" Target="../ink/ink94.xml"/><Relationship Id="rId172" Type="http://schemas.openxmlformats.org/officeDocument/2006/relationships/image" Target="../media/image632.png"/><Relationship Id="rId193" Type="http://schemas.openxmlformats.org/officeDocument/2006/relationships/customXml" Target="../ink/ink115.xml"/><Relationship Id="rId207" Type="http://schemas.openxmlformats.org/officeDocument/2006/relationships/customXml" Target="../ink/ink122.xml"/><Relationship Id="rId228" Type="http://schemas.openxmlformats.org/officeDocument/2006/relationships/image" Target="../media/image659.png"/><Relationship Id="rId13" Type="http://schemas.openxmlformats.org/officeDocument/2006/relationships/customXml" Target="../ink/ink25.xml"/><Relationship Id="rId109" Type="http://schemas.openxmlformats.org/officeDocument/2006/relationships/customXml" Target="../ink/ink73.xml"/><Relationship Id="rId34" Type="http://schemas.openxmlformats.org/officeDocument/2006/relationships/image" Target="../media/image563.png"/><Relationship Id="rId55" Type="http://schemas.openxmlformats.org/officeDocument/2006/relationships/customXml" Target="../ink/ink46.xml"/><Relationship Id="rId76" Type="http://schemas.openxmlformats.org/officeDocument/2006/relationships/image" Target="../media/image584.png"/><Relationship Id="rId97" Type="http://schemas.openxmlformats.org/officeDocument/2006/relationships/customXml" Target="../ink/ink67.xml"/><Relationship Id="rId120" Type="http://schemas.openxmlformats.org/officeDocument/2006/relationships/image" Target="../media/image606.png"/><Relationship Id="rId141" Type="http://schemas.openxmlformats.org/officeDocument/2006/relationships/customXml" Target="../ink/ink89.xml"/><Relationship Id="rId7" Type="http://schemas.openxmlformats.org/officeDocument/2006/relationships/customXml" Target="../ink/ink22.xml"/><Relationship Id="rId162" Type="http://schemas.openxmlformats.org/officeDocument/2006/relationships/image" Target="../media/image627.png"/><Relationship Id="rId183" Type="http://schemas.openxmlformats.org/officeDocument/2006/relationships/customXml" Target="../ink/ink110.xml"/><Relationship Id="rId218" Type="http://schemas.openxmlformats.org/officeDocument/2006/relationships/image" Target="../media/image654.png"/><Relationship Id="rId24" Type="http://schemas.openxmlformats.org/officeDocument/2006/relationships/image" Target="../media/image558.png"/><Relationship Id="rId45" Type="http://schemas.openxmlformats.org/officeDocument/2006/relationships/customXml" Target="../ink/ink41.xml"/><Relationship Id="rId66" Type="http://schemas.openxmlformats.org/officeDocument/2006/relationships/image" Target="../media/image579.png"/><Relationship Id="rId87" Type="http://schemas.openxmlformats.org/officeDocument/2006/relationships/customXml" Target="../ink/ink62.xml"/><Relationship Id="rId110" Type="http://schemas.openxmlformats.org/officeDocument/2006/relationships/image" Target="../media/image601.png"/><Relationship Id="rId131" Type="http://schemas.openxmlformats.org/officeDocument/2006/relationships/customXml" Target="../ink/ink84.xml"/><Relationship Id="rId152" Type="http://schemas.openxmlformats.org/officeDocument/2006/relationships/image" Target="../media/image622.png"/><Relationship Id="rId173" Type="http://schemas.openxmlformats.org/officeDocument/2006/relationships/customXml" Target="../ink/ink105.xml"/><Relationship Id="rId194" Type="http://schemas.openxmlformats.org/officeDocument/2006/relationships/image" Target="../media/image2.png"/><Relationship Id="rId208" Type="http://schemas.openxmlformats.org/officeDocument/2006/relationships/image" Target="../media/image649.png"/><Relationship Id="rId14" Type="http://schemas.openxmlformats.org/officeDocument/2006/relationships/image" Target="../media/image553.png"/><Relationship Id="rId35" Type="http://schemas.openxmlformats.org/officeDocument/2006/relationships/customXml" Target="../ink/ink36.xml"/><Relationship Id="rId56" Type="http://schemas.openxmlformats.org/officeDocument/2006/relationships/image" Target="../media/image574.png"/><Relationship Id="rId77" Type="http://schemas.openxmlformats.org/officeDocument/2006/relationships/customXml" Target="../ink/ink57.xml"/><Relationship Id="rId100" Type="http://schemas.openxmlformats.org/officeDocument/2006/relationships/image" Target="../media/image596.png"/><Relationship Id="rId8" Type="http://schemas.openxmlformats.org/officeDocument/2006/relationships/image" Target="../media/image550.png"/><Relationship Id="rId98" Type="http://schemas.openxmlformats.org/officeDocument/2006/relationships/image" Target="../media/image595.png"/><Relationship Id="rId121" Type="http://schemas.openxmlformats.org/officeDocument/2006/relationships/customXml" Target="../ink/ink79.xml"/><Relationship Id="rId142" Type="http://schemas.openxmlformats.org/officeDocument/2006/relationships/image" Target="../media/image617.png"/><Relationship Id="rId163" Type="http://schemas.openxmlformats.org/officeDocument/2006/relationships/customXml" Target="../ink/ink100.xml"/><Relationship Id="rId184" Type="http://schemas.openxmlformats.org/officeDocument/2006/relationships/image" Target="../media/image638.png"/><Relationship Id="rId219" Type="http://schemas.openxmlformats.org/officeDocument/2006/relationships/customXml" Target="../ink/ink128.xml"/><Relationship Id="rId3" Type="http://schemas.openxmlformats.org/officeDocument/2006/relationships/image" Target="../media/image11.png"/><Relationship Id="rId214" Type="http://schemas.openxmlformats.org/officeDocument/2006/relationships/image" Target="../media/image652.png"/><Relationship Id="rId25" Type="http://schemas.openxmlformats.org/officeDocument/2006/relationships/customXml" Target="../ink/ink31.xml"/><Relationship Id="rId46" Type="http://schemas.openxmlformats.org/officeDocument/2006/relationships/image" Target="../media/image569.png"/><Relationship Id="rId67" Type="http://schemas.openxmlformats.org/officeDocument/2006/relationships/customXml" Target="../ink/ink52.xml"/><Relationship Id="rId116" Type="http://schemas.openxmlformats.org/officeDocument/2006/relationships/image" Target="../media/image604.png"/><Relationship Id="rId137" Type="http://schemas.openxmlformats.org/officeDocument/2006/relationships/customXml" Target="../ink/ink87.xml"/><Relationship Id="rId158" Type="http://schemas.openxmlformats.org/officeDocument/2006/relationships/image" Target="../media/image625.png"/><Relationship Id="rId20" Type="http://schemas.openxmlformats.org/officeDocument/2006/relationships/image" Target="../media/image556.png"/><Relationship Id="rId41" Type="http://schemas.openxmlformats.org/officeDocument/2006/relationships/customXml" Target="../ink/ink39.xml"/><Relationship Id="rId62" Type="http://schemas.openxmlformats.org/officeDocument/2006/relationships/image" Target="../media/image577.png"/><Relationship Id="rId83" Type="http://schemas.openxmlformats.org/officeDocument/2006/relationships/customXml" Target="../ink/ink60.xml"/><Relationship Id="rId88" Type="http://schemas.openxmlformats.org/officeDocument/2006/relationships/image" Target="../media/image590.png"/><Relationship Id="rId111" Type="http://schemas.openxmlformats.org/officeDocument/2006/relationships/customXml" Target="../ink/ink74.xml"/><Relationship Id="rId132" Type="http://schemas.openxmlformats.org/officeDocument/2006/relationships/image" Target="../media/image612.png"/><Relationship Id="rId153" Type="http://schemas.openxmlformats.org/officeDocument/2006/relationships/customXml" Target="../ink/ink95.xml"/><Relationship Id="rId174" Type="http://schemas.openxmlformats.org/officeDocument/2006/relationships/image" Target="../media/image633.png"/><Relationship Id="rId179" Type="http://schemas.openxmlformats.org/officeDocument/2006/relationships/customXml" Target="../ink/ink108.xml"/><Relationship Id="rId195" Type="http://schemas.openxmlformats.org/officeDocument/2006/relationships/customXml" Target="../ink/ink116.xml"/><Relationship Id="rId209" Type="http://schemas.openxmlformats.org/officeDocument/2006/relationships/customXml" Target="../ink/ink123.xml"/><Relationship Id="rId190" Type="http://schemas.openxmlformats.org/officeDocument/2006/relationships/image" Target="../media/image641.png"/><Relationship Id="rId204" Type="http://schemas.openxmlformats.org/officeDocument/2006/relationships/image" Target="../media/image647.png"/><Relationship Id="rId220" Type="http://schemas.openxmlformats.org/officeDocument/2006/relationships/image" Target="../media/image655.png"/><Relationship Id="rId225" Type="http://schemas.openxmlformats.org/officeDocument/2006/relationships/customXml" Target="../ink/ink131.xml"/><Relationship Id="rId15" Type="http://schemas.openxmlformats.org/officeDocument/2006/relationships/customXml" Target="../ink/ink26.xml"/><Relationship Id="rId36" Type="http://schemas.openxmlformats.org/officeDocument/2006/relationships/image" Target="../media/image564.png"/><Relationship Id="rId57" Type="http://schemas.openxmlformats.org/officeDocument/2006/relationships/customXml" Target="../ink/ink47.xml"/><Relationship Id="rId106" Type="http://schemas.openxmlformats.org/officeDocument/2006/relationships/image" Target="../media/image599.png"/><Relationship Id="rId127" Type="http://schemas.openxmlformats.org/officeDocument/2006/relationships/customXml" Target="../ink/ink82.xml"/><Relationship Id="rId10" Type="http://schemas.openxmlformats.org/officeDocument/2006/relationships/image" Target="../media/image551.png"/><Relationship Id="rId31" Type="http://schemas.openxmlformats.org/officeDocument/2006/relationships/customXml" Target="../ink/ink34.xml"/><Relationship Id="rId52" Type="http://schemas.openxmlformats.org/officeDocument/2006/relationships/image" Target="../media/image572.png"/><Relationship Id="rId73" Type="http://schemas.openxmlformats.org/officeDocument/2006/relationships/customXml" Target="../ink/ink55.xml"/><Relationship Id="rId78" Type="http://schemas.openxmlformats.org/officeDocument/2006/relationships/image" Target="../media/image585.png"/><Relationship Id="rId94" Type="http://schemas.openxmlformats.org/officeDocument/2006/relationships/image" Target="../media/image593.png"/><Relationship Id="rId99" Type="http://schemas.openxmlformats.org/officeDocument/2006/relationships/customXml" Target="../ink/ink68.xml"/><Relationship Id="rId101" Type="http://schemas.openxmlformats.org/officeDocument/2006/relationships/customXml" Target="../ink/ink69.xml"/><Relationship Id="rId122" Type="http://schemas.openxmlformats.org/officeDocument/2006/relationships/image" Target="../media/image607.png"/><Relationship Id="rId143" Type="http://schemas.openxmlformats.org/officeDocument/2006/relationships/customXml" Target="../ink/ink90.xml"/><Relationship Id="rId148" Type="http://schemas.openxmlformats.org/officeDocument/2006/relationships/image" Target="../media/image620.png"/><Relationship Id="rId164" Type="http://schemas.openxmlformats.org/officeDocument/2006/relationships/image" Target="../media/image628.png"/><Relationship Id="rId169" Type="http://schemas.openxmlformats.org/officeDocument/2006/relationships/customXml" Target="../ink/ink103.xml"/><Relationship Id="rId185" Type="http://schemas.openxmlformats.org/officeDocument/2006/relationships/customXml" Target="../ink/ink111.xml"/><Relationship Id="rId4" Type="http://schemas.openxmlformats.org/officeDocument/2006/relationships/image" Target="../media/image59.png"/><Relationship Id="rId9" Type="http://schemas.openxmlformats.org/officeDocument/2006/relationships/customXml" Target="../ink/ink23.xml"/><Relationship Id="rId180" Type="http://schemas.openxmlformats.org/officeDocument/2006/relationships/image" Target="../media/image636.png"/><Relationship Id="rId210" Type="http://schemas.openxmlformats.org/officeDocument/2006/relationships/image" Target="../media/image650.png"/><Relationship Id="rId215" Type="http://schemas.openxmlformats.org/officeDocument/2006/relationships/customXml" Target="../ink/ink126.xml"/><Relationship Id="rId26" Type="http://schemas.openxmlformats.org/officeDocument/2006/relationships/image" Target="../media/image559.png"/><Relationship Id="rId47" Type="http://schemas.openxmlformats.org/officeDocument/2006/relationships/customXml" Target="../ink/ink42.xml"/><Relationship Id="rId68" Type="http://schemas.openxmlformats.org/officeDocument/2006/relationships/image" Target="../media/image580.png"/><Relationship Id="rId89" Type="http://schemas.openxmlformats.org/officeDocument/2006/relationships/customXml" Target="../ink/ink63.xml"/><Relationship Id="rId112" Type="http://schemas.openxmlformats.org/officeDocument/2006/relationships/image" Target="../media/image602.png"/><Relationship Id="rId133" Type="http://schemas.openxmlformats.org/officeDocument/2006/relationships/customXml" Target="../ink/ink85.xml"/><Relationship Id="rId154" Type="http://schemas.openxmlformats.org/officeDocument/2006/relationships/image" Target="../media/image623.png"/><Relationship Id="rId175" Type="http://schemas.openxmlformats.org/officeDocument/2006/relationships/customXml" Target="../ink/ink106.xml"/><Relationship Id="rId196" Type="http://schemas.openxmlformats.org/officeDocument/2006/relationships/image" Target="../media/image643.png"/><Relationship Id="rId200" Type="http://schemas.openxmlformats.org/officeDocument/2006/relationships/image" Target="../media/image645.png"/><Relationship Id="rId16" Type="http://schemas.openxmlformats.org/officeDocument/2006/relationships/image" Target="../media/image554.png"/><Relationship Id="rId221" Type="http://schemas.openxmlformats.org/officeDocument/2006/relationships/customXml" Target="../ink/ink129.xml"/><Relationship Id="rId37" Type="http://schemas.openxmlformats.org/officeDocument/2006/relationships/customXml" Target="../ink/ink37.xml"/><Relationship Id="rId58" Type="http://schemas.openxmlformats.org/officeDocument/2006/relationships/image" Target="../media/image575.png"/><Relationship Id="rId79" Type="http://schemas.openxmlformats.org/officeDocument/2006/relationships/customXml" Target="../ink/ink58.xml"/><Relationship Id="rId102" Type="http://schemas.openxmlformats.org/officeDocument/2006/relationships/image" Target="../media/image597.png"/><Relationship Id="rId123" Type="http://schemas.openxmlformats.org/officeDocument/2006/relationships/customXml" Target="../ink/ink80.xml"/><Relationship Id="rId144" Type="http://schemas.openxmlformats.org/officeDocument/2006/relationships/image" Target="../media/image618.png"/><Relationship Id="rId90" Type="http://schemas.openxmlformats.org/officeDocument/2006/relationships/image" Target="../media/image591.png"/><Relationship Id="rId165" Type="http://schemas.openxmlformats.org/officeDocument/2006/relationships/customXml" Target="../ink/ink101.xml"/><Relationship Id="rId186" Type="http://schemas.openxmlformats.org/officeDocument/2006/relationships/image" Target="../media/image639.png"/><Relationship Id="rId211" Type="http://schemas.openxmlformats.org/officeDocument/2006/relationships/customXml" Target="../ink/ink124.xml"/><Relationship Id="rId27" Type="http://schemas.openxmlformats.org/officeDocument/2006/relationships/customXml" Target="../ink/ink32.xml"/><Relationship Id="rId48" Type="http://schemas.openxmlformats.org/officeDocument/2006/relationships/image" Target="../media/image570.png"/><Relationship Id="rId69" Type="http://schemas.openxmlformats.org/officeDocument/2006/relationships/customXml" Target="../ink/ink53.xml"/><Relationship Id="rId113" Type="http://schemas.openxmlformats.org/officeDocument/2006/relationships/customXml" Target="../ink/ink75.xml"/><Relationship Id="rId134" Type="http://schemas.openxmlformats.org/officeDocument/2006/relationships/image" Target="../media/image613.png"/><Relationship Id="rId80" Type="http://schemas.openxmlformats.org/officeDocument/2006/relationships/image" Target="../media/image586.png"/><Relationship Id="rId155" Type="http://schemas.openxmlformats.org/officeDocument/2006/relationships/customXml" Target="../ink/ink96.xml"/><Relationship Id="rId176" Type="http://schemas.openxmlformats.org/officeDocument/2006/relationships/image" Target="../media/image634.png"/><Relationship Id="rId197" Type="http://schemas.openxmlformats.org/officeDocument/2006/relationships/customXml" Target="../ink/ink117.xml"/><Relationship Id="rId201" Type="http://schemas.openxmlformats.org/officeDocument/2006/relationships/customXml" Target="../ink/ink119.xml"/><Relationship Id="rId222" Type="http://schemas.openxmlformats.org/officeDocument/2006/relationships/image" Target="../media/image656.png"/><Relationship Id="rId17" Type="http://schemas.openxmlformats.org/officeDocument/2006/relationships/customXml" Target="../ink/ink27.xml"/><Relationship Id="rId38" Type="http://schemas.openxmlformats.org/officeDocument/2006/relationships/image" Target="../media/image565.png"/><Relationship Id="rId59" Type="http://schemas.openxmlformats.org/officeDocument/2006/relationships/customXml" Target="../ink/ink48.xml"/><Relationship Id="rId103" Type="http://schemas.openxmlformats.org/officeDocument/2006/relationships/customXml" Target="../ink/ink70.xml"/><Relationship Id="rId124" Type="http://schemas.openxmlformats.org/officeDocument/2006/relationships/image" Target="../media/image608.png"/><Relationship Id="rId70" Type="http://schemas.openxmlformats.org/officeDocument/2006/relationships/image" Target="../media/image581.png"/><Relationship Id="rId91" Type="http://schemas.openxmlformats.org/officeDocument/2006/relationships/customXml" Target="../ink/ink64.xml"/><Relationship Id="rId145" Type="http://schemas.openxmlformats.org/officeDocument/2006/relationships/customXml" Target="../ink/ink91.xml"/><Relationship Id="rId166" Type="http://schemas.openxmlformats.org/officeDocument/2006/relationships/image" Target="../media/image629.png"/><Relationship Id="rId187" Type="http://schemas.openxmlformats.org/officeDocument/2006/relationships/customXml" Target="../ink/ink11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51.png"/><Relationship Id="rId28" Type="http://schemas.openxmlformats.org/officeDocument/2006/relationships/image" Target="../media/image560.png"/><Relationship Id="rId49" Type="http://schemas.openxmlformats.org/officeDocument/2006/relationships/customXml" Target="../ink/ink43.xml"/><Relationship Id="rId114" Type="http://schemas.openxmlformats.org/officeDocument/2006/relationships/image" Target="../media/image603.png"/><Relationship Id="rId60" Type="http://schemas.openxmlformats.org/officeDocument/2006/relationships/image" Target="../media/image576.png"/><Relationship Id="rId81" Type="http://schemas.openxmlformats.org/officeDocument/2006/relationships/customXml" Target="../ink/ink59.xml"/><Relationship Id="rId135" Type="http://schemas.openxmlformats.org/officeDocument/2006/relationships/customXml" Target="../ink/ink86.xml"/><Relationship Id="rId156" Type="http://schemas.openxmlformats.org/officeDocument/2006/relationships/image" Target="../media/image624.png"/><Relationship Id="rId177" Type="http://schemas.openxmlformats.org/officeDocument/2006/relationships/customXml" Target="../ink/ink107.xml"/><Relationship Id="rId198" Type="http://schemas.openxmlformats.org/officeDocument/2006/relationships/image" Target="../media/image644.png"/><Relationship Id="rId202" Type="http://schemas.openxmlformats.org/officeDocument/2006/relationships/image" Target="../media/image646.png"/><Relationship Id="rId223" Type="http://schemas.openxmlformats.org/officeDocument/2006/relationships/customXml" Target="../ink/ink130.xml"/><Relationship Id="rId18" Type="http://schemas.openxmlformats.org/officeDocument/2006/relationships/image" Target="../media/image555.png"/><Relationship Id="rId39" Type="http://schemas.openxmlformats.org/officeDocument/2006/relationships/customXml" Target="../ink/ink38.xml"/><Relationship Id="rId50" Type="http://schemas.openxmlformats.org/officeDocument/2006/relationships/image" Target="../media/image571.png"/><Relationship Id="rId104" Type="http://schemas.openxmlformats.org/officeDocument/2006/relationships/image" Target="../media/image598.png"/><Relationship Id="rId125" Type="http://schemas.openxmlformats.org/officeDocument/2006/relationships/customXml" Target="../ink/ink81.xml"/><Relationship Id="rId146" Type="http://schemas.openxmlformats.org/officeDocument/2006/relationships/image" Target="../media/image619.png"/><Relationship Id="rId167" Type="http://schemas.openxmlformats.org/officeDocument/2006/relationships/customXml" Target="../ink/ink102.xml"/><Relationship Id="rId188" Type="http://schemas.openxmlformats.org/officeDocument/2006/relationships/image" Target="../media/image640.png"/><Relationship Id="rId71" Type="http://schemas.openxmlformats.org/officeDocument/2006/relationships/customXml" Target="../ink/ink54.xml"/><Relationship Id="rId92" Type="http://schemas.openxmlformats.org/officeDocument/2006/relationships/image" Target="../media/image592.png"/><Relationship Id="rId213" Type="http://schemas.openxmlformats.org/officeDocument/2006/relationships/customXml" Target="../ink/ink125.xml"/><Relationship Id="rId2" Type="http://schemas.openxmlformats.org/officeDocument/2006/relationships/image" Target="../media/image1.png"/><Relationship Id="rId29" Type="http://schemas.openxmlformats.org/officeDocument/2006/relationships/customXml" Target="../ink/ink33.xml"/><Relationship Id="rId40" Type="http://schemas.openxmlformats.org/officeDocument/2006/relationships/image" Target="../media/image566.png"/><Relationship Id="rId115" Type="http://schemas.openxmlformats.org/officeDocument/2006/relationships/customXml" Target="../ink/ink76.xml"/><Relationship Id="rId136" Type="http://schemas.openxmlformats.org/officeDocument/2006/relationships/image" Target="../media/image614.png"/><Relationship Id="rId157" Type="http://schemas.openxmlformats.org/officeDocument/2006/relationships/customXml" Target="../ink/ink97.xml"/><Relationship Id="rId178" Type="http://schemas.openxmlformats.org/officeDocument/2006/relationships/image" Target="../media/image635.png"/><Relationship Id="rId61" Type="http://schemas.openxmlformats.org/officeDocument/2006/relationships/customXml" Target="../ink/ink49.xml"/><Relationship Id="rId82" Type="http://schemas.openxmlformats.org/officeDocument/2006/relationships/image" Target="../media/image587.png"/><Relationship Id="rId199" Type="http://schemas.openxmlformats.org/officeDocument/2006/relationships/customXml" Target="../ink/ink118.xml"/><Relationship Id="rId203" Type="http://schemas.openxmlformats.org/officeDocument/2006/relationships/customXml" Target="../ink/ink120.xml"/><Relationship Id="rId19" Type="http://schemas.openxmlformats.org/officeDocument/2006/relationships/customXml" Target="../ink/ink28.xml"/><Relationship Id="rId224" Type="http://schemas.openxmlformats.org/officeDocument/2006/relationships/image" Target="../media/image657.png"/><Relationship Id="rId30" Type="http://schemas.openxmlformats.org/officeDocument/2006/relationships/image" Target="../media/image561.png"/><Relationship Id="rId105" Type="http://schemas.openxmlformats.org/officeDocument/2006/relationships/customXml" Target="../ink/ink71.xml"/><Relationship Id="rId126" Type="http://schemas.openxmlformats.org/officeDocument/2006/relationships/image" Target="../media/image609.png"/><Relationship Id="rId147" Type="http://schemas.openxmlformats.org/officeDocument/2006/relationships/customXml" Target="../ink/ink92.xml"/><Relationship Id="rId168" Type="http://schemas.openxmlformats.org/officeDocument/2006/relationships/image" Target="../media/image630.png"/><Relationship Id="rId51" Type="http://schemas.openxmlformats.org/officeDocument/2006/relationships/customXml" Target="../ink/ink44.xml"/><Relationship Id="rId72" Type="http://schemas.openxmlformats.org/officeDocument/2006/relationships/image" Target="../media/image582.png"/><Relationship Id="rId93" Type="http://schemas.openxmlformats.org/officeDocument/2006/relationships/customXml" Target="../ink/ink65.xml"/><Relationship Id="rId189" Type="http://schemas.openxmlformats.org/officeDocument/2006/relationships/customXml" Target="../ink/ink1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0i8hFsOV3A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C19349-712D-4D70-897B-A03D621D2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84C14E9-DC06-47DD-B143-FA0153785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Vaje 04</a:t>
            </a:r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5988E9C8-5FCD-4070-914B-27219C8F3023}"/>
              </a:ext>
            </a:extLst>
          </p:cNvPr>
          <p:cNvGrpSpPr/>
          <p:nvPr/>
        </p:nvGrpSpPr>
        <p:grpSpPr>
          <a:xfrm>
            <a:off x="2778823" y="2932147"/>
            <a:ext cx="74880" cy="108360"/>
            <a:chOff x="2778823" y="2932147"/>
            <a:chExt cx="7488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Rokopis 3">
                  <a:extLst>
                    <a:ext uri="{FF2B5EF4-FFF2-40B4-BE49-F238E27FC236}">
                      <a16:creationId xmlns:a16="http://schemas.microsoft.com/office/drawing/2014/main" id="{2A6B9970-57DC-4D4E-BBD5-2BA076389845}"/>
                    </a:ext>
                  </a:extLst>
                </p14:cNvPr>
                <p14:cNvContentPartPr/>
                <p14:nvPr/>
              </p14:nvContentPartPr>
              <p14:xfrm>
                <a:off x="2778823" y="2999827"/>
                <a:ext cx="360" cy="360"/>
              </p14:xfrm>
            </p:contentPart>
          </mc:Choice>
          <mc:Fallback xmlns="">
            <p:pic>
              <p:nvPicPr>
                <p:cNvPr id="4" name="Rokopis 3">
                  <a:extLst>
                    <a:ext uri="{FF2B5EF4-FFF2-40B4-BE49-F238E27FC236}">
                      <a16:creationId xmlns:a16="http://schemas.microsoft.com/office/drawing/2014/main" id="{2A6B9970-57DC-4D4E-BBD5-2BA0763898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74503" y="29955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AA6AFE5E-F24E-4A68-B646-3DD4C3B525ED}"/>
                    </a:ext>
                  </a:extLst>
                </p14:cNvPr>
                <p14:cNvContentPartPr/>
                <p14:nvPr/>
              </p14:nvContentPartPr>
              <p14:xfrm>
                <a:off x="2778823" y="2942587"/>
                <a:ext cx="74520" cy="9792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AA6AFE5E-F24E-4A68-B646-3DD4C3B525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4503" y="2938267"/>
                  <a:ext cx="83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C688E471-8B31-4CF8-AC8C-610A2973562C}"/>
                    </a:ext>
                  </a:extLst>
                </p14:cNvPr>
                <p14:cNvContentPartPr/>
                <p14:nvPr/>
              </p14:nvContentPartPr>
              <p14:xfrm>
                <a:off x="2801863" y="2932147"/>
                <a:ext cx="51840" cy="67320"/>
              </p14:xfrm>
            </p:contentPart>
          </mc:Choice>
          <mc:Fallback xmlns="">
            <p:pic>
              <p:nvPicPr>
                <p:cNvPr id="7" name="Rokopis 6">
                  <a:extLst>
                    <a:ext uri="{FF2B5EF4-FFF2-40B4-BE49-F238E27FC236}">
                      <a16:creationId xmlns:a16="http://schemas.microsoft.com/office/drawing/2014/main" id="{C688E471-8B31-4CF8-AC8C-610A297356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7543" y="2927827"/>
                  <a:ext cx="60480" cy="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1935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15CC71-8873-4B31-B8DD-1C37F345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8C93E4D8-E596-4823-A020-018033D33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849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sl-SI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Postopek Gaussove eliminacije uporabljamo, kadar želimo rešiti sistem enačb, ki ima obliko:</a:t>
                </a:r>
              </a:p>
              <a:p>
                <a:pPr marL="0" indent="0">
                  <a:buNone/>
                </a:pPr>
                <a:endParaRPr lang="sl-SI" sz="1800" dirty="0"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sl-SI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sl-SI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+…+ 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+…+ 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sl-SI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sl-SI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l-SI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sl-SI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8C93E4D8-E596-4823-A020-018033D33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84981"/>
              </a:xfrm>
              <a:blipFill>
                <a:blip r:embed="rId2"/>
                <a:stretch>
                  <a:fillRect l="-522" t="-24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7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A341E37-E694-48FE-9340-5364F93D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290808E6-61DB-40E6-A38A-4500A1C63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sl-SI" sz="180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sl-SI" sz="180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sl-SI" sz="180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sl-SI" sz="180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sl-SI" sz="180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sl-SI" sz="18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sl-SI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sl-SI" sz="18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l-SI" sz="18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sz="18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l-SI" sz="1800" i="1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l-SI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290808E6-61DB-40E6-A38A-4500A1C63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jeZBesedilom 3">
                <a:extLst>
                  <a:ext uri="{FF2B5EF4-FFF2-40B4-BE49-F238E27FC236}">
                    <a16:creationId xmlns:a16="http://schemas.microsoft.com/office/drawing/2014/main" id="{A31D1098-B9FC-4362-B9AF-B22964A3E0DD}"/>
                  </a:ext>
                </a:extLst>
              </p:cNvPr>
              <p:cNvSpPr txBox="1"/>
              <p:nvPr/>
            </p:nvSpPr>
            <p:spPr>
              <a:xfrm>
                <a:off x="276138" y="2148296"/>
                <a:ext cx="11315351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sl-SI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Sistem </a:t>
                </a:r>
                <a:r>
                  <a:rPr lang="sl-SI" sz="1800" i="1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n</a:t>
                </a:r>
                <a:r>
                  <a:rPr lang="sl-SI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-tih enačb, ki ima </a:t>
                </a:r>
                <a:r>
                  <a:rPr lang="sl-SI" sz="1800" i="1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n</a:t>
                </a:r>
                <a:r>
                  <a:rPr lang="sl-SI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 spremenljivk v prvem koraku te metode preoblikujemo v matrični zapis oblike </a:t>
                </a:r>
                <a14:m>
                  <m:oMath xmlns:m="http://schemas.openxmlformats.org/officeDocument/2006/math">
                    <m:r>
                      <a:rPr lang="sl-SI" sz="1800" b="1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𝑨</m:t>
                    </m:r>
                    <m:r>
                      <a:rPr lang="sl-SI" sz="18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𝑥</m:t>
                    </m:r>
                    <m:r>
                      <a:rPr lang="sl-SI" sz="18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sl-SI" sz="1800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sl-SI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. Takšen zapis je tudi bolj primeren za postopek Gaussove eliminacije. </a:t>
                </a:r>
              </a:p>
            </p:txBody>
          </p:sp>
        </mc:Choice>
        <mc:Fallback xmlns="">
          <p:sp>
            <p:nvSpPr>
              <p:cNvPr id="4" name="PoljeZBesedilom 3">
                <a:extLst>
                  <a:ext uri="{FF2B5EF4-FFF2-40B4-BE49-F238E27FC236}">
                    <a16:creationId xmlns:a16="http://schemas.microsoft.com/office/drawing/2014/main" id="{A31D1098-B9FC-4362-B9AF-B22964A3E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38" y="2148296"/>
                <a:ext cx="11315351" cy="671209"/>
              </a:xfrm>
              <a:prstGeom prst="rect">
                <a:avLst/>
              </a:prstGeom>
              <a:blipFill>
                <a:blip r:embed="rId3"/>
                <a:stretch>
                  <a:fillRect l="-431" t="-3604" r="-485" b="-12613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Skupina 6">
            <a:extLst>
              <a:ext uri="{FF2B5EF4-FFF2-40B4-BE49-F238E27FC236}">
                <a16:creationId xmlns:a16="http://schemas.microsoft.com/office/drawing/2014/main" id="{ABC07CED-8195-4C1E-8AC2-82F006DC2149}"/>
              </a:ext>
            </a:extLst>
          </p:cNvPr>
          <p:cNvGrpSpPr/>
          <p:nvPr/>
        </p:nvGrpSpPr>
        <p:grpSpPr>
          <a:xfrm>
            <a:off x="5245543" y="4373587"/>
            <a:ext cx="247320" cy="387000"/>
            <a:chOff x="5245543" y="4373587"/>
            <a:chExt cx="24732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EE0AC362-9CC8-45EB-B7E4-9377FF094329}"/>
                    </a:ext>
                  </a:extLst>
                </p14:cNvPr>
                <p14:cNvContentPartPr/>
                <p14:nvPr/>
              </p14:nvContentPartPr>
              <p14:xfrm>
                <a:off x="5245543" y="4373587"/>
                <a:ext cx="247320" cy="38700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EE0AC362-9CC8-45EB-B7E4-9377FF0943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41223" y="4369267"/>
                  <a:ext cx="2559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20286623-349F-423A-8425-0573A65092C6}"/>
                    </a:ext>
                  </a:extLst>
                </p14:cNvPr>
                <p14:cNvContentPartPr/>
                <p14:nvPr/>
              </p14:nvContentPartPr>
              <p14:xfrm>
                <a:off x="5324383" y="4582027"/>
                <a:ext cx="135360" cy="6696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20286623-349F-423A-8425-0573A65092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20063" y="4577707"/>
                  <a:ext cx="14400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Rokopis 7">
                <a:extLst>
                  <a:ext uri="{FF2B5EF4-FFF2-40B4-BE49-F238E27FC236}">
                    <a16:creationId xmlns:a16="http://schemas.microsoft.com/office/drawing/2014/main" id="{446964A7-67E1-4052-BA21-758F30F19160}"/>
                  </a:ext>
                </a:extLst>
              </p14:cNvPr>
              <p14:cNvContentPartPr/>
              <p14:nvPr/>
            </p14:nvContentPartPr>
            <p14:xfrm>
              <a:off x="6239503" y="4584547"/>
              <a:ext cx="13320" cy="44640"/>
            </p14:xfrm>
          </p:contentPart>
        </mc:Choice>
        <mc:Fallback xmlns="">
          <p:pic>
            <p:nvPicPr>
              <p:cNvPr id="8" name="Rokopis 7">
                <a:extLst>
                  <a:ext uri="{FF2B5EF4-FFF2-40B4-BE49-F238E27FC236}">
                    <a16:creationId xmlns:a16="http://schemas.microsoft.com/office/drawing/2014/main" id="{446964A7-67E1-4052-BA21-758F30F191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5183" y="4580227"/>
                <a:ext cx="2196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Skupina 14">
            <a:extLst>
              <a:ext uri="{FF2B5EF4-FFF2-40B4-BE49-F238E27FC236}">
                <a16:creationId xmlns:a16="http://schemas.microsoft.com/office/drawing/2014/main" id="{543DBE4A-C8FD-42AB-BC14-7AC04B4A3BC6}"/>
              </a:ext>
            </a:extLst>
          </p:cNvPr>
          <p:cNvGrpSpPr/>
          <p:nvPr/>
        </p:nvGrpSpPr>
        <p:grpSpPr>
          <a:xfrm>
            <a:off x="6496183" y="4452787"/>
            <a:ext cx="438840" cy="312840"/>
            <a:chOff x="6496183" y="4452787"/>
            <a:chExt cx="43884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Rokopis 8">
                  <a:extLst>
                    <a:ext uri="{FF2B5EF4-FFF2-40B4-BE49-F238E27FC236}">
                      <a16:creationId xmlns:a16="http://schemas.microsoft.com/office/drawing/2014/main" id="{D87B2B0F-C6C9-40F2-AD87-6DC14123815C}"/>
                    </a:ext>
                  </a:extLst>
                </p14:cNvPr>
                <p14:cNvContentPartPr/>
                <p14:nvPr/>
              </p14:nvContentPartPr>
              <p14:xfrm>
                <a:off x="6500143" y="4497067"/>
                <a:ext cx="144360" cy="238680"/>
              </p14:xfrm>
            </p:contentPart>
          </mc:Choice>
          <mc:Fallback xmlns="">
            <p:pic>
              <p:nvPicPr>
                <p:cNvPr id="9" name="Rokopis 8">
                  <a:extLst>
                    <a:ext uri="{FF2B5EF4-FFF2-40B4-BE49-F238E27FC236}">
                      <a16:creationId xmlns:a16="http://schemas.microsoft.com/office/drawing/2014/main" id="{D87B2B0F-C6C9-40F2-AD87-6DC1412381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95823" y="4492747"/>
                  <a:ext cx="153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Rokopis 9">
                  <a:extLst>
                    <a:ext uri="{FF2B5EF4-FFF2-40B4-BE49-F238E27FC236}">
                      <a16:creationId xmlns:a16="http://schemas.microsoft.com/office/drawing/2014/main" id="{AD92DDF6-DC02-4D81-BDF7-0C8E772A47E3}"/>
                    </a:ext>
                  </a:extLst>
                </p14:cNvPr>
                <p14:cNvContentPartPr/>
                <p14:nvPr/>
              </p14:nvContentPartPr>
              <p14:xfrm>
                <a:off x="6519223" y="4452787"/>
                <a:ext cx="99720" cy="312840"/>
              </p14:xfrm>
            </p:contentPart>
          </mc:Choice>
          <mc:Fallback xmlns="">
            <p:pic>
              <p:nvPicPr>
                <p:cNvPr id="10" name="Rokopis 9">
                  <a:extLst>
                    <a:ext uri="{FF2B5EF4-FFF2-40B4-BE49-F238E27FC236}">
                      <a16:creationId xmlns:a16="http://schemas.microsoft.com/office/drawing/2014/main" id="{AD92DDF6-DC02-4D81-BDF7-0C8E772A47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14903" y="4448467"/>
                  <a:ext cx="1083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Rokopis 10">
                  <a:extLst>
                    <a:ext uri="{FF2B5EF4-FFF2-40B4-BE49-F238E27FC236}">
                      <a16:creationId xmlns:a16="http://schemas.microsoft.com/office/drawing/2014/main" id="{0D75A3B0-6FD7-4F71-8878-C96A0E9A4C7C}"/>
                    </a:ext>
                  </a:extLst>
                </p14:cNvPr>
                <p14:cNvContentPartPr/>
                <p14:nvPr/>
              </p14:nvContentPartPr>
              <p14:xfrm>
                <a:off x="6504463" y="4482307"/>
                <a:ext cx="157320" cy="267120"/>
              </p14:xfrm>
            </p:contentPart>
          </mc:Choice>
          <mc:Fallback xmlns="">
            <p:pic>
              <p:nvPicPr>
                <p:cNvPr id="11" name="Rokopis 10">
                  <a:extLst>
                    <a:ext uri="{FF2B5EF4-FFF2-40B4-BE49-F238E27FC236}">
                      <a16:creationId xmlns:a16="http://schemas.microsoft.com/office/drawing/2014/main" id="{0D75A3B0-6FD7-4F71-8878-C96A0E9A4C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00143" y="4477627"/>
                  <a:ext cx="165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Rokopis 11">
                  <a:extLst>
                    <a:ext uri="{FF2B5EF4-FFF2-40B4-BE49-F238E27FC236}">
                      <a16:creationId xmlns:a16="http://schemas.microsoft.com/office/drawing/2014/main" id="{A4D324D9-916F-4972-8C92-C6BE3ED77F71}"/>
                    </a:ext>
                  </a:extLst>
                </p14:cNvPr>
                <p14:cNvContentPartPr/>
                <p14:nvPr/>
              </p14:nvContentPartPr>
              <p14:xfrm>
                <a:off x="6496183" y="4471147"/>
                <a:ext cx="129600" cy="249480"/>
              </p14:xfrm>
            </p:contentPart>
          </mc:Choice>
          <mc:Fallback xmlns="">
            <p:pic>
              <p:nvPicPr>
                <p:cNvPr id="12" name="Rokopis 11">
                  <a:extLst>
                    <a:ext uri="{FF2B5EF4-FFF2-40B4-BE49-F238E27FC236}">
                      <a16:creationId xmlns:a16="http://schemas.microsoft.com/office/drawing/2014/main" id="{A4D324D9-916F-4972-8C92-C6BE3ED77F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91863" y="4466827"/>
                  <a:ext cx="138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Rokopis 12">
                  <a:extLst>
                    <a:ext uri="{FF2B5EF4-FFF2-40B4-BE49-F238E27FC236}">
                      <a16:creationId xmlns:a16="http://schemas.microsoft.com/office/drawing/2014/main" id="{CDF05435-E8CE-4EC0-B8D2-D28DDBC74048}"/>
                    </a:ext>
                  </a:extLst>
                </p14:cNvPr>
                <p14:cNvContentPartPr/>
                <p14:nvPr/>
              </p14:nvContentPartPr>
              <p14:xfrm>
                <a:off x="6786343" y="4700107"/>
                <a:ext cx="146520" cy="21240"/>
              </p14:xfrm>
            </p:contentPart>
          </mc:Choice>
          <mc:Fallback xmlns="">
            <p:pic>
              <p:nvPicPr>
                <p:cNvPr id="13" name="Rokopis 12">
                  <a:extLst>
                    <a:ext uri="{FF2B5EF4-FFF2-40B4-BE49-F238E27FC236}">
                      <a16:creationId xmlns:a16="http://schemas.microsoft.com/office/drawing/2014/main" id="{CDF05435-E8CE-4EC0-B8D2-D28DDBC740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82023" y="4695787"/>
                  <a:ext cx="155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Rokopis 13">
                  <a:extLst>
                    <a:ext uri="{FF2B5EF4-FFF2-40B4-BE49-F238E27FC236}">
                      <a16:creationId xmlns:a16="http://schemas.microsoft.com/office/drawing/2014/main" id="{6D8D555E-883D-4A2D-B31B-58A6B9C87975}"/>
                    </a:ext>
                  </a:extLst>
                </p14:cNvPr>
                <p14:cNvContentPartPr/>
                <p14:nvPr/>
              </p14:nvContentPartPr>
              <p14:xfrm>
                <a:off x="6794263" y="4648627"/>
                <a:ext cx="140760" cy="24480"/>
              </p14:xfrm>
            </p:contentPart>
          </mc:Choice>
          <mc:Fallback xmlns="">
            <p:pic>
              <p:nvPicPr>
                <p:cNvPr id="14" name="Rokopis 13">
                  <a:extLst>
                    <a:ext uri="{FF2B5EF4-FFF2-40B4-BE49-F238E27FC236}">
                      <a16:creationId xmlns:a16="http://schemas.microsoft.com/office/drawing/2014/main" id="{6D8D555E-883D-4A2D-B31B-58A6B9C879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9943" y="4644307"/>
                  <a:ext cx="1494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464E2B1E-6F37-4820-967A-0CB5E3CD80CD}"/>
              </a:ext>
            </a:extLst>
          </p:cNvPr>
          <p:cNvGrpSpPr/>
          <p:nvPr/>
        </p:nvGrpSpPr>
        <p:grpSpPr>
          <a:xfrm>
            <a:off x="7189543" y="4475467"/>
            <a:ext cx="189000" cy="288720"/>
            <a:chOff x="7189543" y="4475467"/>
            <a:chExt cx="18900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Rokopis 20">
                  <a:extLst>
                    <a:ext uri="{FF2B5EF4-FFF2-40B4-BE49-F238E27FC236}">
                      <a16:creationId xmlns:a16="http://schemas.microsoft.com/office/drawing/2014/main" id="{4D47627E-F33E-4A5B-93CD-9221F3433298}"/>
                    </a:ext>
                  </a:extLst>
                </p14:cNvPr>
                <p14:cNvContentPartPr/>
                <p14:nvPr/>
              </p14:nvContentPartPr>
              <p14:xfrm>
                <a:off x="7203583" y="4475467"/>
                <a:ext cx="11160" cy="28548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4D47627E-F33E-4A5B-93CD-9221F34332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99263" y="4471147"/>
                  <a:ext cx="19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Rokopis 21">
                  <a:extLst>
                    <a:ext uri="{FF2B5EF4-FFF2-40B4-BE49-F238E27FC236}">
                      <a16:creationId xmlns:a16="http://schemas.microsoft.com/office/drawing/2014/main" id="{C34481BE-E1E9-4CC4-84C4-558768154034}"/>
                    </a:ext>
                  </a:extLst>
                </p14:cNvPr>
                <p14:cNvContentPartPr/>
                <p14:nvPr/>
              </p14:nvContentPartPr>
              <p14:xfrm>
                <a:off x="7189543" y="4606507"/>
                <a:ext cx="189000" cy="15768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C34481BE-E1E9-4CC4-84C4-5587681540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85223" y="4602187"/>
                  <a:ext cx="19764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Rokopis 23">
                <a:extLst>
                  <a:ext uri="{FF2B5EF4-FFF2-40B4-BE49-F238E27FC236}">
                    <a16:creationId xmlns:a16="http://schemas.microsoft.com/office/drawing/2014/main" id="{764766E9-A860-4EF7-A897-DDF6C15431F4}"/>
                  </a:ext>
                </a:extLst>
              </p14:cNvPr>
              <p14:cNvContentPartPr/>
              <p14:nvPr/>
            </p14:nvContentPartPr>
            <p14:xfrm>
              <a:off x="6190543" y="4538107"/>
              <a:ext cx="55800" cy="102600"/>
            </p14:xfrm>
          </p:contentPart>
        </mc:Choice>
        <mc:Fallback xmlns="">
          <p:pic>
            <p:nvPicPr>
              <p:cNvPr id="24" name="Rokopis 23">
                <a:extLst>
                  <a:ext uri="{FF2B5EF4-FFF2-40B4-BE49-F238E27FC236}">
                    <a16:creationId xmlns:a16="http://schemas.microsoft.com/office/drawing/2014/main" id="{764766E9-A860-4EF7-A897-DDF6C15431F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86223" y="4533787"/>
                <a:ext cx="64440" cy="1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952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6A29BD-B29D-4AFA-B37F-0DC8D690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08121AB-41B7-4638-A1A2-6F1C38F862C6}"/>
              </a:ext>
            </a:extLst>
          </p:cNvPr>
          <p:cNvPicPr/>
          <p:nvPr/>
        </p:nvPicPr>
        <p:blipFill rotWithShape="1">
          <a:blip r:embed="rId2"/>
          <a:srcRect r="67878"/>
          <a:stretch/>
        </p:blipFill>
        <p:spPr>
          <a:xfrm>
            <a:off x="2179072" y="1831179"/>
            <a:ext cx="2547025" cy="3195644"/>
          </a:xfrm>
          <a:prstGeom prst="rect">
            <a:avLst/>
          </a:prstGeom>
        </p:spPr>
      </p:pic>
      <p:sp>
        <p:nvSpPr>
          <p:cNvPr id="5" name="Puščica: črtice desno 4">
            <a:extLst>
              <a:ext uri="{FF2B5EF4-FFF2-40B4-BE49-F238E27FC236}">
                <a16:creationId xmlns:a16="http://schemas.microsoft.com/office/drawing/2014/main" id="{8FCC808F-C297-4F8C-83E6-BB3C8FBD0FBA}"/>
              </a:ext>
            </a:extLst>
          </p:cNvPr>
          <p:cNvSpPr/>
          <p:nvPr/>
        </p:nvSpPr>
        <p:spPr>
          <a:xfrm>
            <a:off x="5449158" y="3227151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/>
              <p:nvPr/>
            </p:nvSpPr>
            <p:spPr>
              <a:xfrm>
                <a:off x="7034050" y="3136613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050" y="3136613"/>
                <a:ext cx="31102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jeZBesedilom 7">
            <a:extLst>
              <a:ext uri="{FF2B5EF4-FFF2-40B4-BE49-F238E27FC236}">
                <a16:creationId xmlns:a16="http://schemas.microsoft.com/office/drawing/2014/main" id="{30E05D7F-BFDC-4627-ACC7-B11FE1B28230}"/>
              </a:ext>
            </a:extLst>
          </p:cNvPr>
          <p:cNvSpPr txBox="1"/>
          <p:nvPr/>
        </p:nvSpPr>
        <p:spPr>
          <a:xfrm>
            <a:off x="5357642" y="2767281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</p:spTree>
    <p:extLst>
      <p:ext uri="{BB962C8B-B14F-4D97-AF65-F5344CB8AC3E}">
        <p14:creationId xmlns:p14="http://schemas.microsoft.com/office/powerpoint/2010/main" val="32914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6A29BD-B29D-4AFA-B37F-0DC8D690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08121AB-41B7-4638-A1A2-6F1C38F862C6}"/>
              </a:ext>
            </a:extLst>
          </p:cNvPr>
          <p:cNvPicPr/>
          <p:nvPr/>
        </p:nvPicPr>
        <p:blipFill rotWithShape="1">
          <a:blip r:embed="rId2"/>
          <a:srcRect r="67878"/>
          <a:stretch/>
        </p:blipFill>
        <p:spPr>
          <a:xfrm>
            <a:off x="1042481" y="1831178"/>
            <a:ext cx="2547025" cy="3195644"/>
          </a:xfrm>
          <a:prstGeom prst="rect">
            <a:avLst/>
          </a:prstGeom>
        </p:spPr>
      </p:pic>
      <p:sp>
        <p:nvSpPr>
          <p:cNvPr id="5" name="Puščica: črtice desno 4">
            <a:extLst>
              <a:ext uri="{FF2B5EF4-FFF2-40B4-BE49-F238E27FC236}">
                <a16:creationId xmlns:a16="http://schemas.microsoft.com/office/drawing/2014/main" id="{8FCC808F-C297-4F8C-83E6-BB3C8FBD0FBA}"/>
              </a:ext>
            </a:extLst>
          </p:cNvPr>
          <p:cNvSpPr/>
          <p:nvPr/>
        </p:nvSpPr>
        <p:spPr>
          <a:xfrm>
            <a:off x="3687565" y="3227151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/>
              <p:nvPr/>
            </p:nvSpPr>
            <p:spPr>
              <a:xfrm>
                <a:off x="6853804" y="1644208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804" y="1644208"/>
                <a:ext cx="31102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jeZBesedilom 7">
            <a:extLst>
              <a:ext uri="{FF2B5EF4-FFF2-40B4-BE49-F238E27FC236}">
                <a16:creationId xmlns:a16="http://schemas.microsoft.com/office/drawing/2014/main" id="{30E05D7F-BFDC-4627-ACC7-B11FE1B28230}"/>
              </a:ext>
            </a:extLst>
          </p:cNvPr>
          <p:cNvSpPr txBox="1"/>
          <p:nvPr/>
        </p:nvSpPr>
        <p:spPr>
          <a:xfrm>
            <a:off x="3596049" y="2767281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0862EE7E-69A1-470D-9D5E-0A1A6142C970}"/>
              </a:ext>
            </a:extLst>
          </p:cNvPr>
          <p:cNvPicPr/>
          <p:nvPr/>
        </p:nvPicPr>
        <p:blipFill rotWithShape="1">
          <a:blip r:embed="rId2"/>
          <a:srcRect l="43854" b="60712"/>
          <a:stretch/>
        </p:blipFill>
        <p:spPr>
          <a:xfrm>
            <a:off x="5494788" y="2664108"/>
            <a:ext cx="5985214" cy="168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3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6A29BD-B29D-4AFA-B37F-0DC8D690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Gaussova eliminacija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08121AB-41B7-4638-A1A2-6F1C38F862C6}"/>
              </a:ext>
            </a:extLst>
          </p:cNvPr>
          <p:cNvPicPr/>
          <p:nvPr/>
        </p:nvPicPr>
        <p:blipFill rotWithShape="1">
          <a:blip r:embed="rId2"/>
          <a:srcRect t="32126" r="67878" b="28933"/>
          <a:stretch/>
        </p:blipFill>
        <p:spPr>
          <a:xfrm>
            <a:off x="1082075" y="1940637"/>
            <a:ext cx="2547025" cy="1244399"/>
          </a:xfrm>
          <a:prstGeom prst="rect">
            <a:avLst/>
          </a:prstGeom>
        </p:spPr>
      </p:pic>
      <p:sp>
        <p:nvSpPr>
          <p:cNvPr id="5" name="Puščica: črtice desno 4">
            <a:extLst>
              <a:ext uri="{FF2B5EF4-FFF2-40B4-BE49-F238E27FC236}">
                <a16:creationId xmlns:a16="http://schemas.microsoft.com/office/drawing/2014/main" id="{8FCC808F-C297-4F8C-83E6-BB3C8FBD0FBA}"/>
              </a:ext>
            </a:extLst>
          </p:cNvPr>
          <p:cNvSpPr/>
          <p:nvPr/>
        </p:nvSpPr>
        <p:spPr>
          <a:xfrm>
            <a:off x="4357446" y="2360987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/>
              <p:nvPr/>
            </p:nvSpPr>
            <p:spPr>
              <a:xfrm>
                <a:off x="6853804" y="813698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D5419D6E-F57A-4FB7-856A-598344303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804" y="813698"/>
                <a:ext cx="31102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jeZBesedilom 7">
            <a:extLst>
              <a:ext uri="{FF2B5EF4-FFF2-40B4-BE49-F238E27FC236}">
                <a16:creationId xmlns:a16="http://schemas.microsoft.com/office/drawing/2014/main" id="{30E05D7F-BFDC-4627-ACC7-B11FE1B28230}"/>
              </a:ext>
            </a:extLst>
          </p:cNvPr>
          <p:cNvSpPr txBox="1"/>
          <p:nvPr/>
        </p:nvSpPr>
        <p:spPr>
          <a:xfrm>
            <a:off x="4301315" y="1940637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0862EE7E-69A1-470D-9D5E-0A1A6142C970}"/>
              </a:ext>
            </a:extLst>
          </p:cNvPr>
          <p:cNvPicPr/>
          <p:nvPr/>
        </p:nvPicPr>
        <p:blipFill rotWithShape="1">
          <a:blip r:embed="rId2"/>
          <a:srcRect l="43854" r="23405" b="60712"/>
          <a:stretch/>
        </p:blipFill>
        <p:spPr>
          <a:xfrm>
            <a:off x="6346224" y="1833598"/>
            <a:ext cx="3490188" cy="1687916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9591D18A-813C-4B1E-9CAD-4F380B0B4B4A}"/>
              </a:ext>
            </a:extLst>
          </p:cNvPr>
          <p:cNvPicPr/>
          <p:nvPr/>
        </p:nvPicPr>
        <p:blipFill rotWithShape="1">
          <a:blip r:embed="rId2"/>
          <a:srcRect l="88478" b="60712"/>
          <a:stretch/>
        </p:blipFill>
        <p:spPr>
          <a:xfrm>
            <a:off x="10125512" y="1833598"/>
            <a:ext cx="1228288" cy="1687916"/>
          </a:xfrm>
          <a:prstGeom prst="rect">
            <a:avLst/>
          </a:prstGeom>
        </p:spPr>
      </p:pic>
      <p:sp>
        <p:nvSpPr>
          <p:cNvPr id="11" name="Naslov 1">
            <a:extLst>
              <a:ext uri="{FF2B5EF4-FFF2-40B4-BE49-F238E27FC236}">
                <a16:creationId xmlns:a16="http://schemas.microsoft.com/office/drawing/2014/main" id="{36B3E94B-39DA-446E-8C47-FB8F8F933804}"/>
              </a:ext>
            </a:extLst>
          </p:cNvPr>
          <p:cNvSpPr txBox="1">
            <a:spLocks/>
          </p:cNvSpPr>
          <p:nvPr/>
        </p:nvSpPr>
        <p:spPr>
          <a:xfrm>
            <a:off x="906710" y="3521514"/>
            <a:ext cx="10515600" cy="639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l-SI" sz="3600" b="1" dirty="0"/>
              <a:t>Sistem rešimo tako, da razcepimo na L in U matriko.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jeZBesedilom 11">
                <a:extLst>
                  <a:ext uri="{FF2B5EF4-FFF2-40B4-BE49-F238E27FC236}">
                    <a16:creationId xmlns:a16="http://schemas.microsoft.com/office/drawing/2014/main" id="{B380BBDB-F8C9-452D-B76B-28FEAFD4E0F6}"/>
                  </a:ext>
                </a:extLst>
              </p:cNvPr>
              <p:cNvSpPr txBox="1"/>
              <p:nvPr/>
            </p:nvSpPr>
            <p:spPr>
              <a:xfrm>
                <a:off x="60120" y="4580564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12" name="PoljeZBesedilom 11">
                <a:extLst>
                  <a:ext uri="{FF2B5EF4-FFF2-40B4-BE49-F238E27FC236}">
                    <a16:creationId xmlns:a16="http://schemas.microsoft.com/office/drawing/2014/main" id="{B380BBDB-F8C9-452D-B76B-28FEAFD4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0" y="4580564"/>
                <a:ext cx="31102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uščica: črtice desno 12">
            <a:extLst>
              <a:ext uri="{FF2B5EF4-FFF2-40B4-BE49-F238E27FC236}">
                <a16:creationId xmlns:a16="http://schemas.microsoft.com/office/drawing/2014/main" id="{43CAD00D-E292-467B-B658-98525672A718}"/>
              </a:ext>
            </a:extLst>
          </p:cNvPr>
          <p:cNvSpPr/>
          <p:nvPr/>
        </p:nvSpPr>
        <p:spPr>
          <a:xfrm>
            <a:off x="2630712" y="4671103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BB02C60F-2643-47B7-8633-B0D8C173BBDE}"/>
              </a:ext>
            </a:extLst>
          </p:cNvPr>
          <p:cNvSpPr txBox="1"/>
          <p:nvPr/>
        </p:nvSpPr>
        <p:spPr>
          <a:xfrm>
            <a:off x="2574581" y="4250753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C5FC3223-CFAB-47FF-A3A9-34434DC3DBCF}"/>
                  </a:ext>
                </a:extLst>
              </p:cNvPr>
              <p:cNvSpPr txBox="1"/>
              <p:nvPr/>
            </p:nvSpPr>
            <p:spPr>
              <a:xfrm>
                <a:off x="3629100" y="4551281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𝑳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 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)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15" name="PoljeZBesedilom 14">
                <a:extLst>
                  <a:ext uri="{FF2B5EF4-FFF2-40B4-BE49-F238E27FC236}">
                    <a16:creationId xmlns:a16="http://schemas.microsoft.com/office/drawing/2014/main" id="{C5FC3223-CFAB-47FF-A3A9-34434DC3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100" y="4551281"/>
                <a:ext cx="31102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uščica: črtice desno 15">
            <a:extLst>
              <a:ext uri="{FF2B5EF4-FFF2-40B4-BE49-F238E27FC236}">
                <a16:creationId xmlns:a16="http://schemas.microsoft.com/office/drawing/2014/main" id="{4E1F5B1B-204E-45AC-B110-BCE61FE2FB8F}"/>
              </a:ext>
            </a:extLst>
          </p:cNvPr>
          <p:cNvSpPr/>
          <p:nvPr/>
        </p:nvSpPr>
        <p:spPr>
          <a:xfrm>
            <a:off x="6365466" y="4671103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64D1B039-7A63-4FB9-8684-5815D5D44271}"/>
              </a:ext>
            </a:extLst>
          </p:cNvPr>
          <p:cNvSpPr txBox="1"/>
          <p:nvPr/>
        </p:nvSpPr>
        <p:spPr>
          <a:xfrm>
            <a:off x="6309335" y="4250753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2E639F75-B892-46D4-8028-AB98B9898A74}"/>
                  </a:ext>
                </a:extLst>
              </p:cNvPr>
              <p:cNvSpPr txBox="1"/>
              <p:nvPr/>
            </p:nvSpPr>
            <p:spPr>
              <a:xfrm>
                <a:off x="7430632" y="4551280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𝑳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sl-SI" sz="32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)</m:t>
                      </m:r>
                      <m:r>
                        <a:rPr lang="sl-SI" sz="32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 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18" name="PoljeZBesedilom 17">
                <a:extLst>
                  <a:ext uri="{FF2B5EF4-FFF2-40B4-BE49-F238E27FC236}">
                    <a16:creationId xmlns:a16="http://schemas.microsoft.com/office/drawing/2014/main" id="{2E639F75-B892-46D4-8028-AB98B9898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632" y="4551280"/>
                <a:ext cx="31102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E088A60A-4461-4115-8C9F-7943D61ECD15}"/>
              </a:ext>
            </a:extLst>
          </p:cNvPr>
          <p:cNvSpPr txBox="1"/>
          <p:nvPr/>
        </p:nvSpPr>
        <p:spPr>
          <a:xfrm>
            <a:off x="906709" y="5320556"/>
            <a:ext cx="11315351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Definiramo: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jeZBesedilom 19">
                <a:extLst>
                  <a:ext uri="{FF2B5EF4-FFF2-40B4-BE49-F238E27FC236}">
                    <a16:creationId xmlns:a16="http://schemas.microsoft.com/office/drawing/2014/main" id="{A8BB340D-1F59-4C83-B53E-1CA6AA0A88E5}"/>
                  </a:ext>
                </a:extLst>
              </p:cNvPr>
              <p:cNvSpPr txBox="1"/>
              <p:nvPr/>
            </p:nvSpPr>
            <p:spPr>
              <a:xfrm>
                <a:off x="906709" y="5729611"/>
                <a:ext cx="159320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sl-SI" sz="320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𝒚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20" name="PoljeZBesedilom 19">
                <a:extLst>
                  <a:ext uri="{FF2B5EF4-FFF2-40B4-BE49-F238E27FC236}">
                    <a16:creationId xmlns:a16="http://schemas.microsoft.com/office/drawing/2014/main" id="{A8BB340D-1F59-4C83-B53E-1CA6AA0A8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09" y="5729611"/>
                <a:ext cx="159320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uščica: črtice desno 20">
            <a:extLst>
              <a:ext uri="{FF2B5EF4-FFF2-40B4-BE49-F238E27FC236}">
                <a16:creationId xmlns:a16="http://schemas.microsoft.com/office/drawing/2014/main" id="{44AE5A6B-96B9-4D87-A181-3FA989ED62EB}"/>
              </a:ext>
            </a:extLst>
          </p:cNvPr>
          <p:cNvSpPr/>
          <p:nvPr/>
        </p:nvSpPr>
        <p:spPr>
          <a:xfrm>
            <a:off x="2635810" y="5812710"/>
            <a:ext cx="1488331" cy="403698"/>
          </a:xfrm>
          <a:prstGeom prst="stripedRightArrow">
            <a:avLst>
              <a:gd name="adj1" fmla="val 50000"/>
              <a:gd name="adj2" fmla="val 112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87571E94-A7AA-44A0-BE51-8C80ECFD9002}"/>
              </a:ext>
            </a:extLst>
          </p:cNvPr>
          <p:cNvSpPr txBox="1"/>
          <p:nvPr/>
        </p:nvSpPr>
        <p:spPr>
          <a:xfrm>
            <a:off x="2579679" y="5392360"/>
            <a:ext cx="154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Preoblikujemo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jeZBesedilom 22">
                <a:extLst>
                  <a:ext uri="{FF2B5EF4-FFF2-40B4-BE49-F238E27FC236}">
                    <a16:creationId xmlns:a16="http://schemas.microsoft.com/office/drawing/2014/main" id="{1A7610FC-9460-4BE2-BC7C-CD652D9DB7C9}"/>
                  </a:ext>
                </a:extLst>
              </p:cNvPr>
              <p:cNvSpPr txBox="1"/>
              <p:nvPr/>
            </p:nvSpPr>
            <p:spPr>
              <a:xfrm>
                <a:off x="3892362" y="5729611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𝑳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sl-SI" sz="32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23" name="PoljeZBesedilom 22">
                <a:extLst>
                  <a:ext uri="{FF2B5EF4-FFF2-40B4-BE49-F238E27FC236}">
                    <a16:creationId xmlns:a16="http://schemas.microsoft.com/office/drawing/2014/main" id="{1A7610FC-9460-4BE2-BC7C-CD652D9D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362" y="5729611"/>
                <a:ext cx="3110219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159189AF-613A-4890-B329-C611A26A5592}"/>
              </a:ext>
            </a:extLst>
          </p:cNvPr>
          <p:cNvSpPr txBox="1"/>
          <p:nvPr/>
        </p:nvSpPr>
        <p:spPr>
          <a:xfrm>
            <a:off x="6365466" y="584707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jeZBesedilom 24">
                <a:extLst>
                  <a:ext uri="{FF2B5EF4-FFF2-40B4-BE49-F238E27FC236}">
                    <a16:creationId xmlns:a16="http://schemas.microsoft.com/office/drawing/2014/main" id="{5B587383-3BA9-4F8C-870D-166A732C4B19}"/>
                  </a:ext>
                </a:extLst>
              </p:cNvPr>
              <p:cNvSpPr txBox="1"/>
              <p:nvPr/>
            </p:nvSpPr>
            <p:spPr>
              <a:xfrm>
                <a:off x="6502102" y="5696108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sl-SI" sz="320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𝒚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25" name="PoljeZBesedilom 24">
                <a:extLst>
                  <a:ext uri="{FF2B5EF4-FFF2-40B4-BE49-F238E27FC236}">
                    <a16:creationId xmlns:a16="http://schemas.microsoft.com/office/drawing/2014/main" id="{5B587383-3BA9-4F8C-870D-166A732C4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02" y="5696108"/>
                <a:ext cx="311021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12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3ABDEB2-2167-4BD0-BFA9-168108D7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LU razcep</a:t>
            </a:r>
          </a:p>
        </p:txBody>
      </p:sp>
      <p:sp>
        <p:nvSpPr>
          <p:cNvPr id="3" name="Pravokotnik 2">
            <a:extLst>
              <a:ext uri="{FF2B5EF4-FFF2-40B4-BE49-F238E27FC236}">
                <a16:creationId xmlns:a16="http://schemas.microsoft.com/office/drawing/2014/main" id="{38256DF0-2E9F-86DA-FDB8-82B41BA0F3CF}"/>
              </a:ext>
            </a:extLst>
          </p:cNvPr>
          <p:cNvSpPr/>
          <p:nvPr/>
        </p:nvSpPr>
        <p:spPr>
          <a:xfrm>
            <a:off x="1087278" y="2341387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l-SI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6" name="Puščica: desno 5">
            <a:extLst>
              <a:ext uri="{FF2B5EF4-FFF2-40B4-BE49-F238E27FC236}">
                <a16:creationId xmlns:a16="http://schemas.microsoft.com/office/drawing/2014/main" id="{A0C21F17-D843-6169-BE1B-DDBC7590CCE6}"/>
              </a:ext>
            </a:extLst>
          </p:cNvPr>
          <p:cNvSpPr/>
          <p:nvPr/>
        </p:nvSpPr>
        <p:spPr>
          <a:xfrm>
            <a:off x="1853425" y="2663796"/>
            <a:ext cx="702094" cy="342151"/>
          </a:xfrm>
          <a:prstGeom prst="rightArrow">
            <a:avLst>
              <a:gd name="adj1" fmla="val 27729"/>
              <a:gd name="adj2" fmla="val 592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7" name="Pravokotnik 46">
            <a:extLst>
              <a:ext uri="{FF2B5EF4-FFF2-40B4-BE49-F238E27FC236}">
                <a16:creationId xmlns:a16="http://schemas.microsoft.com/office/drawing/2014/main" id="{DA09F8DF-FEB6-1981-340C-0F6DC6DE70D5}"/>
              </a:ext>
            </a:extLst>
          </p:cNvPr>
          <p:cNvSpPr/>
          <p:nvPr/>
        </p:nvSpPr>
        <p:spPr>
          <a:xfrm>
            <a:off x="2649618" y="2341387"/>
            <a:ext cx="476412" cy="24006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l-SI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</a:t>
            </a:r>
          </a:p>
          <a:p>
            <a:pPr algn="ctr"/>
            <a:r>
              <a:rPr lang="sl-SI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</a:p>
          <a:p>
            <a:pPr algn="ctr"/>
            <a:r>
              <a:rPr lang="sl-SI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</a:t>
            </a:r>
          </a:p>
          <a:p>
            <a:pPr algn="ctr"/>
            <a:r>
              <a:rPr lang="sl-SI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</a:t>
            </a:r>
          </a:p>
          <a:p>
            <a:pPr algn="ctr"/>
            <a:r>
              <a:rPr lang="sl-SI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sl-SI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5" name="Pravokotnik 84">
            <a:extLst>
              <a:ext uri="{FF2B5EF4-FFF2-40B4-BE49-F238E27FC236}">
                <a16:creationId xmlns:a16="http://schemas.microsoft.com/office/drawing/2014/main" id="{7B321154-E4CE-5B56-FC43-EE2BFD47D4E8}"/>
              </a:ext>
            </a:extLst>
          </p:cNvPr>
          <p:cNvSpPr/>
          <p:nvPr/>
        </p:nvSpPr>
        <p:spPr>
          <a:xfrm>
            <a:off x="3129201" y="2341387"/>
            <a:ext cx="628697" cy="24006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l-SI" sz="5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</a:t>
            </a:r>
          </a:p>
          <a:p>
            <a:pPr algn="ctr"/>
            <a:r>
              <a:rPr lang="sl-SI" sz="2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</a:t>
            </a:r>
          </a:p>
          <a:p>
            <a:pPr algn="ctr"/>
            <a:r>
              <a:rPr lang="sl-SI" sz="2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</a:t>
            </a:r>
          </a:p>
          <a:p>
            <a:pPr algn="ctr"/>
            <a:r>
              <a:rPr lang="sl-SI" sz="2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</a:t>
            </a:r>
          </a:p>
          <a:p>
            <a:pPr algn="ctr"/>
            <a:r>
              <a:rPr lang="sl-SI" sz="2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sl-SI" sz="54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PoljeZBesedilom 85">
                <a:extLst>
                  <a:ext uri="{FF2B5EF4-FFF2-40B4-BE49-F238E27FC236}">
                    <a16:creationId xmlns:a16="http://schemas.microsoft.com/office/drawing/2014/main" id="{903302E6-4165-2718-1BE4-A04D6C5EB87C}"/>
                  </a:ext>
                </a:extLst>
              </p:cNvPr>
              <p:cNvSpPr txBox="1"/>
              <p:nvPr/>
            </p:nvSpPr>
            <p:spPr>
              <a:xfrm>
                <a:off x="6804660" y="2042518"/>
                <a:ext cx="2624436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l-SI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l-SI" sz="2400" dirty="0"/>
              </a:p>
            </p:txBody>
          </p:sp>
        </mc:Choice>
        <mc:Fallback xmlns="">
          <p:sp>
            <p:nvSpPr>
              <p:cNvPr id="86" name="PoljeZBesedilom 85">
                <a:extLst>
                  <a:ext uri="{FF2B5EF4-FFF2-40B4-BE49-F238E27FC236}">
                    <a16:creationId xmlns:a16="http://schemas.microsoft.com/office/drawing/2014/main" id="{903302E6-4165-2718-1BE4-A04D6C5EB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660" y="2042518"/>
                <a:ext cx="2624436" cy="11738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oljeZBesedilom 86">
                <a:extLst>
                  <a:ext uri="{FF2B5EF4-FFF2-40B4-BE49-F238E27FC236}">
                    <a16:creationId xmlns:a16="http://schemas.microsoft.com/office/drawing/2014/main" id="{8EAD05CE-F294-5B9D-2D9A-5084B7681406}"/>
                  </a:ext>
                </a:extLst>
              </p:cNvPr>
              <p:cNvSpPr txBox="1"/>
              <p:nvPr/>
            </p:nvSpPr>
            <p:spPr>
              <a:xfrm>
                <a:off x="6763944" y="4155120"/>
                <a:ext cx="2665152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sl-SI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sl-SI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l-SI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l-SI" sz="2400" i="1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sl-SI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l-SI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l-SI" sz="2400" dirty="0"/>
              </a:p>
            </p:txBody>
          </p:sp>
        </mc:Choice>
        <mc:Fallback xmlns="">
          <p:sp>
            <p:nvSpPr>
              <p:cNvPr id="87" name="PoljeZBesedilom 86">
                <a:extLst>
                  <a:ext uri="{FF2B5EF4-FFF2-40B4-BE49-F238E27FC236}">
                    <a16:creationId xmlns:a16="http://schemas.microsoft.com/office/drawing/2014/main" id="{8EAD05CE-F294-5B9D-2D9A-5084B768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944" y="4155120"/>
                <a:ext cx="2665152" cy="1173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6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E5B1DA-30DB-45FC-9DDE-9007732A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C5DC003-0B77-4E48-8B9C-259CACC1D4DD}"/>
              </a:ext>
            </a:extLst>
          </p:cNvPr>
          <p:cNvPicPr/>
          <p:nvPr/>
        </p:nvPicPr>
        <p:blipFill rotWithShape="1">
          <a:blip r:embed="rId2"/>
          <a:srcRect t="34298" r="67878" b="32674"/>
          <a:stretch/>
        </p:blipFill>
        <p:spPr>
          <a:xfrm>
            <a:off x="975198" y="1528087"/>
            <a:ext cx="2547025" cy="1055451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5C6933CE-E852-45A3-B928-F4793754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97" t="24189"/>
          <a:stretch/>
        </p:blipFill>
        <p:spPr>
          <a:xfrm>
            <a:off x="5029200" y="1528087"/>
            <a:ext cx="5801734" cy="12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E5B1DA-30DB-45FC-9DDE-9007732A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C5DC003-0B77-4E48-8B9C-259CACC1D4DD}"/>
              </a:ext>
            </a:extLst>
          </p:cNvPr>
          <p:cNvPicPr/>
          <p:nvPr/>
        </p:nvPicPr>
        <p:blipFill rotWithShape="1">
          <a:blip r:embed="rId2"/>
          <a:srcRect t="34298" r="67878" b="32674"/>
          <a:stretch/>
        </p:blipFill>
        <p:spPr>
          <a:xfrm>
            <a:off x="1000536" y="2373549"/>
            <a:ext cx="2547025" cy="1055451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5C6933CE-E852-45A3-B928-F4793754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97" t="23623"/>
          <a:stretch/>
        </p:blipFill>
        <p:spPr>
          <a:xfrm>
            <a:off x="6206247" y="365125"/>
            <a:ext cx="5801734" cy="1222344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78637F89-F14B-4062-9F28-EEEC7B5F07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43" t="25400"/>
          <a:stretch/>
        </p:blipFill>
        <p:spPr>
          <a:xfrm>
            <a:off x="6225699" y="2045266"/>
            <a:ext cx="5801734" cy="12223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4" name="Rokopis 133">
                <a:extLst>
                  <a:ext uri="{FF2B5EF4-FFF2-40B4-BE49-F238E27FC236}">
                    <a16:creationId xmlns:a16="http://schemas.microsoft.com/office/drawing/2014/main" id="{6AEB85C3-1C73-42E6-9637-B13142A49F25}"/>
                  </a:ext>
                </a:extLst>
              </p14:cNvPr>
              <p14:cNvContentPartPr/>
              <p14:nvPr/>
            </p14:nvContentPartPr>
            <p14:xfrm>
              <a:off x="6864250" y="2513967"/>
              <a:ext cx="360" cy="1440"/>
            </p14:xfrm>
          </p:contentPart>
        </mc:Choice>
        <mc:Fallback xmlns="">
          <p:pic>
            <p:nvPicPr>
              <p:cNvPr id="134" name="Rokopis 133">
                <a:extLst>
                  <a:ext uri="{FF2B5EF4-FFF2-40B4-BE49-F238E27FC236}">
                    <a16:creationId xmlns:a16="http://schemas.microsoft.com/office/drawing/2014/main" id="{6AEB85C3-1C73-42E6-9637-B13142A49F25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859930" y="2509647"/>
                <a:ext cx="9000" cy="1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040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E5B1DA-30DB-45FC-9DDE-9007732A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C5DC003-0B77-4E48-8B9C-259CACC1D4DD}"/>
              </a:ext>
            </a:extLst>
          </p:cNvPr>
          <p:cNvPicPr/>
          <p:nvPr/>
        </p:nvPicPr>
        <p:blipFill rotWithShape="1">
          <a:blip r:embed="rId2"/>
          <a:srcRect t="34298" r="67878" b="32674"/>
          <a:stretch/>
        </p:blipFill>
        <p:spPr>
          <a:xfrm>
            <a:off x="1000536" y="2373549"/>
            <a:ext cx="2547025" cy="1055451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5C6933CE-E852-45A3-B928-F4793754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97" t="809"/>
          <a:stretch/>
        </p:blipFill>
        <p:spPr>
          <a:xfrm>
            <a:off x="6206247" y="0"/>
            <a:ext cx="5801734" cy="1587469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78637F89-F14B-4062-9F28-EEEC7B5F07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43"/>
          <a:stretch/>
        </p:blipFill>
        <p:spPr>
          <a:xfrm>
            <a:off x="6225699" y="1629081"/>
            <a:ext cx="5801734" cy="1638529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A4B27F2C-A95C-4C86-9A8C-8A18D6D000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08"/>
          <a:stretch/>
        </p:blipFill>
        <p:spPr>
          <a:xfrm>
            <a:off x="6206247" y="3310031"/>
            <a:ext cx="5821186" cy="167663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C5226C37-413D-41BF-95AA-579CED8DD3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135"/>
          <a:stretch/>
        </p:blipFill>
        <p:spPr>
          <a:xfrm>
            <a:off x="6187194" y="4986665"/>
            <a:ext cx="5821186" cy="1600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Rokopis 14">
                <a:extLst>
                  <a:ext uri="{FF2B5EF4-FFF2-40B4-BE49-F238E27FC236}">
                    <a16:creationId xmlns:a16="http://schemas.microsoft.com/office/drawing/2014/main" id="{8FE703DC-AB36-4A1C-8A90-14B064AED389}"/>
                  </a:ext>
                </a:extLst>
              </p14:cNvPr>
              <p14:cNvContentPartPr/>
              <p14:nvPr/>
            </p14:nvContentPartPr>
            <p14:xfrm>
              <a:off x="7103863" y="5089987"/>
              <a:ext cx="129960" cy="240840"/>
            </p14:xfrm>
          </p:contentPart>
        </mc:Choice>
        <mc:Fallback xmlns="">
          <p:pic>
            <p:nvPicPr>
              <p:cNvPr id="15" name="Rokopis 14">
                <a:extLst>
                  <a:ext uri="{FF2B5EF4-FFF2-40B4-BE49-F238E27FC236}">
                    <a16:creationId xmlns:a16="http://schemas.microsoft.com/office/drawing/2014/main" id="{8FE703DC-AB36-4A1C-8A90-14B064AED3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99543" y="5085667"/>
                <a:ext cx="1386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Rokopis 15">
                <a:extLst>
                  <a:ext uri="{FF2B5EF4-FFF2-40B4-BE49-F238E27FC236}">
                    <a16:creationId xmlns:a16="http://schemas.microsoft.com/office/drawing/2014/main" id="{A3393FAD-7E4C-4D4F-A785-88EA99330450}"/>
                  </a:ext>
                </a:extLst>
              </p14:cNvPr>
              <p14:cNvContentPartPr/>
              <p14:nvPr/>
            </p14:nvContentPartPr>
            <p14:xfrm>
              <a:off x="6875263" y="5899627"/>
              <a:ext cx="117000" cy="185760"/>
            </p14:xfrm>
          </p:contentPart>
        </mc:Choice>
        <mc:Fallback xmlns="">
          <p:pic>
            <p:nvPicPr>
              <p:cNvPr id="16" name="Rokopis 15">
                <a:extLst>
                  <a:ext uri="{FF2B5EF4-FFF2-40B4-BE49-F238E27FC236}">
                    <a16:creationId xmlns:a16="http://schemas.microsoft.com/office/drawing/2014/main" id="{A3393FAD-7E4C-4D4F-A785-88EA993304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70943" y="5895307"/>
                <a:ext cx="1256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Rokopis 16">
                <a:extLst>
                  <a:ext uri="{FF2B5EF4-FFF2-40B4-BE49-F238E27FC236}">
                    <a16:creationId xmlns:a16="http://schemas.microsoft.com/office/drawing/2014/main" id="{0655D28A-14FA-4F98-8A08-BAD10D28C3CB}"/>
                  </a:ext>
                </a:extLst>
              </p14:cNvPr>
              <p14:cNvContentPartPr/>
              <p14:nvPr/>
            </p14:nvContentPartPr>
            <p14:xfrm>
              <a:off x="6900823" y="6252787"/>
              <a:ext cx="106560" cy="192600"/>
            </p14:xfrm>
          </p:contentPart>
        </mc:Choice>
        <mc:Fallback xmlns="">
          <p:pic>
            <p:nvPicPr>
              <p:cNvPr id="17" name="Rokopis 16">
                <a:extLst>
                  <a:ext uri="{FF2B5EF4-FFF2-40B4-BE49-F238E27FC236}">
                    <a16:creationId xmlns:a16="http://schemas.microsoft.com/office/drawing/2014/main" id="{0655D28A-14FA-4F98-8A08-BAD10D28C3C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96503" y="6248467"/>
                <a:ext cx="1152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Rokopis 17">
                <a:extLst>
                  <a:ext uri="{FF2B5EF4-FFF2-40B4-BE49-F238E27FC236}">
                    <a16:creationId xmlns:a16="http://schemas.microsoft.com/office/drawing/2014/main" id="{D3E7DE81-4478-4273-8549-15FBBE4A8FEB}"/>
                  </a:ext>
                </a:extLst>
              </p14:cNvPr>
              <p14:cNvContentPartPr/>
              <p14:nvPr/>
            </p14:nvContentPartPr>
            <p14:xfrm>
              <a:off x="7307623" y="6291667"/>
              <a:ext cx="87120" cy="172800"/>
            </p14:xfrm>
          </p:contentPart>
        </mc:Choice>
        <mc:Fallback xmlns="">
          <p:pic>
            <p:nvPicPr>
              <p:cNvPr id="18" name="Rokopis 17">
                <a:extLst>
                  <a:ext uri="{FF2B5EF4-FFF2-40B4-BE49-F238E27FC236}">
                    <a16:creationId xmlns:a16="http://schemas.microsoft.com/office/drawing/2014/main" id="{D3E7DE81-4478-4273-8549-15FBBE4A8FE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03303" y="6287347"/>
                <a:ext cx="95760" cy="18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93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E5B1DA-30DB-45FC-9DDE-9007732A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C5DC003-0B77-4E48-8B9C-259CACC1D4DD}"/>
              </a:ext>
            </a:extLst>
          </p:cNvPr>
          <p:cNvPicPr/>
          <p:nvPr/>
        </p:nvPicPr>
        <p:blipFill rotWithShape="1">
          <a:blip r:embed="rId2"/>
          <a:srcRect t="34298" r="67878" b="32674"/>
          <a:stretch/>
        </p:blipFill>
        <p:spPr>
          <a:xfrm>
            <a:off x="975198" y="1423697"/>
            <a:ext cx="2547025" cy="1055451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C5226C37-413D-41BF-95AA-579CED8DD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35"/>
          <a:stretch/>
        </p:blipFill>
        <p:spPr>
          <a:xfrm>
            <a:off x="6096000" y="90265"/>
            <a:ext cx="5821186" cy="16004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B1CD1154-CCD7-4590-A1D1-135AC0FDA729}"/>
                  </a:ext>
                </a:extLst>
              </p:cNvPr>
              <p:cNvSpPr txBox="1"/>
              <p:nvPr/>
            </p:nvSpPr>
            <p:spPr>
              <a:xfrm>
                <a:off x="152532" y="5032438"/>
                <a:ext cx="311021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sl-SI" sz="320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sl-SI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𝒚</m:t>
                      </m:r>
                    </m:oMath>
                  </m:oMathPara>
                </a14:m>
                <a:endParaRPr lang="sl-SI" sz="3200" dirty="0"/>
              </a:p>
            </p:txBody>
          </p:sp>
        </mc:Choice>
        <mc:Fallback xmlns="">
          <p:sp>
            <p:nvSpPr>
              <p:cNvPr id="9" name="PoljeZBesedilom 8">
                <a:extLst>
                  <a:ext uri="{FF2B5EF4-FFF2-40B4-BE49-F238E27FC236}">
                    <a16:creationId xmlns:a16="http://schemas.microsoft.com/office/drawing/2014/main" id="{B1CD1154-CCD7-4590-A1D1-135AC0FDA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2" y="5032438"/>
                <a:ext cx="31102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5" name="Rokopis 254">
                <a:extLst>
                  <a:ext uri="{FF2B5EF4-FFF2-40B4-BE49-F238E27FC236}">
                    <a16:creationId xmlns:a16="http://schemas.microsoft.com/office/drawing/2014/main" id="{FB92B53F-6414-423D-ABCF-715AC1EC7BAA}"/>
                  </a:ext>
                </a:extLst>
              </p14:cNvPr>
              <p14:cNvContentPartPr/>
              <p14:nvPr/>
            </p14:nvContentPartPr>
            <p14:xfrm>
              <a:off x="848863" y="3317347"/>
              <a:ext cx="257760" cy="411480"/>
            </p14:xfrm>
          </p:contentPart>
        </mc:Choice>
        <mc:Fallback xmlns="">
          <p:pic>
            <p:nvPicPr>
              <p:cNvPr id="255" name="Rokopis 254">
                <a:extLst>
                  <a:ext uri="{FF2B5EF4-FFF2-40B4-BE49-F238E27FC236}">
                    <a16:creationId xmlns:a16="http://schemas.microsoft.com/office/drawing/2014/main" id="{FB92B53F-6414-423D-ABCF-715AC1EC7B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4543" y="3313027"/>
                <a:ext cx="266400" cy="42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Skupina 261">
            <a:extLst>
              <a:ext uri="{FF2B5EF4-FFF2-40B4-BE49-F238E27FC236}">
                <a16:creationId xmlns:a16="http://schemas.microsoft.com/office/drawing/2014/main" id="{BCBB8B08-178E-4EEC-907B-DD6D8D4B421A}"/>
              </a:ext>
            </a:extLst>
          </p:cNvPr>
          <p:cNvGrpSpPr/>
          <p:nvPr/>
        </p:nvGrpSpPr>
        <p:grpSpPr>
          <a:xfrm>
            <a:off x="1261783" y="3519667"/>
            <a:ext cx="167760" cy="93960"/>
            <a:chOff x="1261783" y="3519667"/>
            <a:chExt cx="16776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6" name="Rokopis 255">
                  <a:extLst>
                    <a:ext uri="{FF2B5EF4-FFF2-40B4-BE49-F238E27FC236}">
                      <a16:creationId xmlns:a16="http://schemas.microsoft.com/office/drawing/2014/main" id="{D191C99D-6305-47C5-845F-47CA42060BAF}"/>
                    </a:ext>
                  </a:extLst>
                </p14:cNvPr>
                <p14:cNvContentPartPr/>
                <p14:nvPr/>
              </p14:nvContentPartPr>
              <p14:xfrm>
                <a:off x="1261783" y="3596707"/>
                <a:ext cx="167760" cy="16920"/>
              </p14:xfrm>
            </p:contentPart>
          </mc:Choice>
          <mc:Fallback xmlns="">
            <p:pic>
              <p:nvPicPr>
                <p:cNvPr id="256" name="Rokopis 255">
                  <a:extLst>
                    <a:ext uri="{FF2B5EF4-FFF2-40B4-BE49-F238E27FC236}">
                      <a16:creationId xmlns:a16="http://schemas.microsoft.com/office/drawing/2014/main" id="{D191C99D-6305-47C5-845F-47CA42060B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7463" y="3592387"/>
                  <a:ext cx="17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7" name="Rokopis 256">
                  <a:extLst>
                    <a:ext uri="{FF2B5EF4-FFF2-40B4-BE49-F238E27FC236}">
                      <a16:creationId xmlns:a16="http://schemas.microsoft.com/office/drawing/2014/main" id="{C7D3BDA6-3DB1-45BE-A364-218C1061AD1D}"/>
                    </a:ext>
                  </a:extLst>
                </p14:cNvPr>
                <p14:cNvContentPartPr/>
                <p14:nvPr/>
              </p14:nvContentPartPr>
              <p14:xfrm>
                <a:off x="1261783" y="3519667"/>
                <a:ext cx="165600" cy="38520"/>
              </p14:xfrm>
            </p:contentPart>
          </mc:Choice>
          <mc:Fallback xmlns="">
            <p:pic>
              <p:nvPicPr>
                <p:cNvPr id="257" name="Rokopis 256">
                  <a:extLst>
                    <a:ext uri="{FF2B5EF4-FFF2-40B4-BE49-F238E27FC236}">
                      <a16:creationId xmlns:a16="http://schemas.microsoft.com/office/drawing/2014/main" id="{C7D3BDA6-3DB1-45BE-A364-218C1061AD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7463" y="3515347"/>
                  <a:ext cx="1742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8" name="Rokopis 257">
                <a:extLst>
                  <a:ext uri="{FF2B5EF4-FFF2-40B4-BE49-F238E27FC236}">
                    <a16:creationId xmlns:a16="http://schemas.microsoft.com/office/drawing/2014/main" id="{AFFC6DC5-148D-4F6B-AD7D-36D01DB8F432}"/>
                  </a:ext>
                </a:extLst>
              </p14:cNvPr>
              <p14:cNvContentPartPr/>
              <p14:nvPr/>
            </p14:nvContentPartPr>
            <p14:xfrm>
              <a:off x="1613503" y="2950507"/>
              <a:ext cx="102240" cy="1029600"/>
            </p14:xfrm>
          </p:contentPart>
        </mc:Choice>
        <mc:Fallback xmlns="">
          <p:pic>
            <p:nvPicPr>
              <p:cNvPr id="258" name="Rokopis 257">
                <a:extLst>
                  <a:ext uri="{FF2B5EF4-FFF2-40B4-BE49-F238E27FC236}">
                    <a16:creationId xmlns:a16="http://schemas.microsoft.com/office/drawing/2014/main" id="{AFFC6DC5-148D-4F6B-AD7D-36D01DB8F4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09183" y="2946187"/>
                <a:ext cx="110880" cy="10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9" name="Rokopis 258">
                <a:extLst>
                  <a:ext uri="{FF2B5EF4-FFF2-40B4-BE49-F238E27FC236}">
                    <a16:creationId xmlns:a16="http://schemas.microsoft.com/office/drawing/2014/main" id="{EB8D75A7-0E98-44D7-9C52-8B191C8F64D5}"/>
                  </a:ext>
                </a:extLst>
              </p14:cNvPr>
              <p14:cNvContentPartPr/>
              <p14:nvPr/>
            </p14:nvContentPartPr>
            <p14:xfrm>
              <a:off x="1939663" y="3019267"/>
              <a:ext cx="42840" cy="236160"/>
            </p14:xfrm>
          </p:contentPart>
        </mc:Choice>
        <mc:Fallback xmlns="">
          <p:pic>
            <p:nvPicPr>
              <p:cNvPr id="259" name="Rokopis 258">
                <a:extLst>
                  <a:ext uri="{FF2B5EF4-FFF2-40B4-BE49-F238E27FC236}">
                    <a16:creationId xmlns:a16="http://schemas.microsoft.com/office/drawing/2014/main" id="{EB8D75A7-0E98-44D7-9C52-8B191C8F64D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35343" y="3014947"/>
                <a:ext cx="514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0" name="Rokopis 259">
                <a:extLst>
                  <a:ext uri="{FF2B5EF4-FFF2-40B4-BE49-F238E27FC236}">
                    <a16:creationId xmlns:a16="http://schemas.microsoft.com/office/drawing/2014/main" id="{9A743F5F-DF9E-4AFC-BDCD-CEBD81827544}"/>
                  </a:ext>
                </a:extLst>
              </p14:cNvPr>
              <p14:cNvContentPartPr/>
              <p14:nvPr/>
            </p14:nvContentPartPr>
            <p14:xfrm>
              <a:off x="2313343" y="3012427"/>
              <a:ext cx="136080" cy="221760"/>
            </p14:xfrm>
          </p:contentPart>
        </mc:Choice>
        <mc:Fallback xmlns="">
          <p:pic>
            <p:nvPicPr>
              <p:cNvPr id="260" name="Rokopis 259">
                <a:extLst>
                  <a:ext uri="{FF2B5EF4-FFF2-40B4-BE49-F238E27FC236}">
                    <a16:creationId xmlns:a16="http://schemas.microsoft.com/office/drawing/2014/main" id="{9A743F5F-DF9E-4AFC-BDCD-CEBD8182754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09023" y="3008107"/>
                <a:ext cx="1447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1" name="Rokopis 260">
                <a:extLst>
                  <a:ext uri="{FF2B5EF4-FFF2-40B4-BE49-F238E27FC236}">
                    <a16:creationId xmlns:a16="http://schemas.microsoft.com/office/drawing/2014/main" id="{2A195E1B-86E3-4AC3-B00F-B525BC68385A}"/>
                  </a:ext>
                </a:extLst>
              </p14:cNvPr>
              <p14:cNvContentPartPr/>
              <p14:nvPr/>
            </p14:nvContentPartPr>
            <p14:xfrm>
              <a:off x="2777023" y="3040867"/>
              <a:ext cx="149040" cy="223920"/>
            </p14:xfrm>
          </p:contentPart>
        </mc:Choice>
        <mc:Fallback xmlns="">
          <p:pic>
            <p:nvPicPr>
              <p:cNvPr id="261" name="Rokopis 260">
                <a:extLst>
                  <a:ext uri="{FF2B5EF4-FFF2-40B4-BE49-F238E27FC236}">
                    <a16:creationId xmlns:a16="http://schemas.microsoft.com/office/drawing/2014/main" id="{2A195E1B-86E3-4AC3-B00F-B525BC68385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72703" y="3036547"/>
                <a:ext cx="1576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3" name="Rokopis 262">
                <a:extLst>
                  <a:ext uri="{FF2B5EF4-FFF2-40B4-BE49-F238E27FC236}">
                    <a16:creationId xmlns:a16="http://schemas.microsoft.com/office/drawing/2014/main" id="{96EB7322-3D89-4E3B-B9A5-CD960435D587}"/>
                  </a:ext>
                </a:extLst>
              </p14:cNvPr>
              <p14:cNvContentPartPr/>
              <p14:nvPr/>
            </p14:nvContentPartPr>
            <p14:xfrm>
              <a:off x="1892863" y="3524707"/>
              <a:ext cx="197640" cy="203400"/>
            </p14:xfrm>
          </p:contentPart>
        </mc:Choice>
        <mc:Fallback xmlns="">
          <p:pic>
            <p:nvPicPr>
              <p:cNvPr id="263" name="Rokopis 262">
                <a:extLst>
                  <a:ext uri="{FF2B5EF4-FFF2-40B4-BE49-F238E27FC236}">
                    <a16:creationId xmlns:a16="http://schemas.microsoft.com/office/drawing/2014/main" id="{96EB7322-3D89-4E3B-B9A5-CD960435D58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88543" y="3520387"/>
                <a:ext cx="2062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4" name="Rokopis 263">
                <a:extLst>
                  <a:ext uri="{FF2B5EF4-FFF2-40B4-BE49-F238E27FC236}">
                    <a16:creationId xmlns:a16="http://schemas.microsoft.com/office/drawing/2014/main" id="{83FF0DD5-0AE3-4AB4-9006-A2152D2460A9}"/>
                  </a:ext>
                </a:extLst>
              </p14:cNvPr>
              <p14:cNvContentPartPr/>
              <p14:nvPr/>
            </p14:nvContentPartPr>
            <p14:xfrm>
              <a:off x="2320183" y="3517147"/>
              <a:ext cx="70920" cy="253080"/>
            </p14:xfrm>
          </p:contentPart>
        </mc:Choice>
        <mc:Fallback xmlns="">
          <p:pic>
            <p:nvPicPr>
              <p:cNvPr id="264" name="Rokopis 263">
                <a:extLst>
                  <a:ext uri="{FF2B5EF4-FFF2-40B4-BE49-F238E27FC236}">
                    <a16:creationId xmlns:a16="http://schemas.microsoft.com/office/drawing/2014/main" id="{83FF0DD5-0AE3-4AB4-9006-A2152D2460A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15863" y="3512827"/>
                <a:ext cx="795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5" name="Rokopis 264">
                <a:extLst>
                  <a:ext uri="{FF2B5EF4-FFF2-40B4-BE49-F238E27FC236}">
                    <a16:creationId xmlns:a16="http://schemas.microsoft.com/office/drawing/2014/main" id="{63EE552A-9F33-49E6-9389-6BFEB6D14828}"/>
                  </a:ext>
                </a:extLst>
              </p14:cNvPr>
              <p14:cNvContentPartPr/>
              <p14:nvPr/>
            </p14:nvContentPartPr>
            <p14:xfrm>
              <a:off x="2668303" y="3527587"/>
              <a:ext cx="164160" cy="234360"/>
            </p14:xfrm>
          </p:contentPart>
        </mc:Choice>
        <mc:Fallback xmlns="">
          <p:pic>
            <p:nvPicPr>
              <p:cNvPr id="265" name="Rokopis 264">
                <a:extLst>
                  <a:ext uri="{FF2B5EF4-FFF2-40B4-BE49-F238E27FC236}">
                    <a16:creationId xmlns:a16="http://schemas.microsoft.com/office/drawing/2014/main" id="{63EE552A-9F33-49E6-9389-6BFEB6D1482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63983" y="3523267"/>
                <a:ext cx="1728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6" name="Rokopis 265">
                <a:extLst>
                  <a:ext uri="{FF2B5EF4-FFF2-40B4-BE49-F238E27FC236}">
                    <a16:creationId xmlns:a16="http://schemas.microsoft.com/office/drawing/2014/main" id="{52124422-B1A4-4AAE-8552-88E1C0F55576}"/>
                  </a:ext>
                </a:extLst>
              </p14:cNvPr>
              <p14:cNvContentPartPr/>
              <p14:nvPr/>
            </p14:nvContentPartPr>
            <p14:xfrm>
              <a:off x="1871983" y="3908827"/>
              <a:ext cx="225000" cy="199080"/>
            </p14:xfrm>
          </p:contentPart>
        </mc:Choice>
        <mc:Fallback xmlns="">
          <p:pic>
            <p:nvPicPr>
              <p:cNvPr id="266" name="Rokopis 265">
                <a:extLst>
                  <a:ext uri="{FF2B5EF4-FFF2-40B4-BE49-F238E27FC236}">
                    <a16:creationId xmlns:a16="http://schemas.microsoft.com/office/drawing/2014/main" id="{52124422-B1A4-4AAE-8552-88E1C0F5557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67663" y="3904507"/>
                <a:ext cx="2336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7" name="Rokopis 266">
                <a:extLst>
                  <a:ext uri="{FF2B5EF4-FFF2-40B4-BE49-F238E27FC236}">
                    <a16:creationId xmlns:a16="http://schemas.microsoft.com/office/drawing/2014/main" id="{3AC5B658-9D8F-4353-9F3D-581B5DC88CFA}"/>
                  </a:ext>
                </a:extLst>
              </p14:cNvPr>
              <p14:cNvContentPartPr/>
              <p14:nvPr/>
            </p14:nvContentPartPr>
            <p14:xfrm>
              <a:off x="2287063" y="3925747"/>
              <a:ext cx="201600" cy="163800"/>
            </p14:xfrm>
          </p:contentPart>
        </mc:Choice>
        <mc:Fallback xmlns="">
          <p:pic>
            <p:nvPicPr>
              <p:cNvPr id="267" name="Rokopis 266">
                <a:extLst>
                  <a:ext uri="{FF2B5EF4-FFF2-40B4-BE49-F238E27FC236}">
                    <a16:creationId xmlns:a16="http://schemas.microsoft.com/office/drawing/2014/main" id="{3AC5B658-9D8F-4353-9F3D-581B5DC88CF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82743" y="3921427"/>
                <a:ext cx="2102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8" name="Rokopis 267">
                <a:extLst>
                  <a:ext uri="{FF2B5EF4-FFF2-40B4-BE49-F238E27FC236}">
                    <a16:creationId xmlns:a16="http://schemas.microsoft.com/office/drawing/2014/main" id="{DD208E39-FC9C-413A-A700-3DFAABAE3810}"/>
                  </a:ext>
                </a:extLst>
              </p14:cNvPr>
              <p14:cNvContentPartPr/>
              <p14:nvPr/>
            </p14:nvContentPartPr>
            <p14:xfrm>
              <a:off x="2655703" y="3936547"/>
              <a:ext cx="129960" cy="226440"/>
            </p14:xfrm>
          </p:contentPart>
        </mc:Choice>
        <mc:Fallback xmlns="">
          <p:pic>
            <p:nvPicPr>
              <p:cNvPr id="268" name="Rokopis 267">
                <a:extLst>
                  <a:ext uri="{FF2B5EF4-FFF2-40B4-BE49-F238E27FC236}">
                    <a16:creationId xmlns:a16="http://schemas.microsoft.com/office/drawing/2014/main" id="{DD208E39-FC9C-413A-A700-3DFAABAE38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51383" y="3932227"/>
                <a:ext cx="1386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9" name="Rokopis 268">
                <a:extLst>
                  <a:ext uri="{FF2B5EF4-FFF2-40B4-BE49-F238E27FC236}">
                    <a16:creationId xmlns:a16="http://schemas.microsoft.com/office/drawing/2014/main" id="{D4EF0E8F-3664-4488-8076-9822353CF2D4}"/>
                  </a:ext>
                </a:extLst>
              </p14:cNvPr>
              <p14:cNvContentPartPr/>
              <p14:nvPr/>
            </p14:nvContentPartPr>
            <p14:xfrm>
              <a:off x="3021823" y="2949427"/>
              <a:ext cx="86040" cy="1350000"/>
            </p14:xfrm>
          </p:contentPart>
        </mc:Choice>
        <mc:Fallback xmlns="">
          <p:pic>
            <p:nvPicPr>
              <p:cNvPr id="269" name="Rokopis 268">
                <a:extLst>
                  <a:ext uri="{FF2B5EF4-FFF2-40B4-BE49-F238E27FC236}">
                    <a16:creationId xmlns:a16="http://schemas.microsoft.com/office/drawing/2014/main" id="{D4EF0E8F-3664-4488-8076-9822353CF2D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017503" y="2945107"/>
                <a:ext cx="94680" cy="13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0" name="Rokopis 269">
                <a:extLst>
                  <a:ext uri="{FF2B5EF4-FFF2-40B4-BE49-F238E27FC236}">
                    <a16:creationId xmlns:a16="http://schemas.microsoft.com/office/drawing/2014/main" id="{9FA5487E-4DDB-4DAB-8791-167D6ADB4D88}"/>
                  </a:ext>
                </a:extLst>
              </p14:cNvPr>
              <p14:cNvContentPartPr/>
              <p14:nvPr/>
            </p14:nvContentPartPr>
            <p14:xfrm>
              <a:off x="3268423" y="3009547"/>
              <a:ext cx="61920" cy="1266840"/>
            </p14:xfrm>
          </p:contentPart>
        </mc:Choice>
        <mc:Fallback xmlns="">
          <p:pic>
            <p:nvPicPr>
              <p:cNvPr id="270" name="Rokopis 269">
                <a:extLst>
                  <a:ext uri="{FF2B5EF4-FFF2-40B4-BE49-F238E27FC236}">
                    <a16:creationId xmlns:a16="http://schemas.microsoft.com/office/drawing/2014/main" id="{9FA5487E-4DDB-4DAB-8791-167D6ADB4D8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64103" y="3005227"/>
                <a:ext cx="70560" cy="127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Skupina 280">
            <a:extLst>
              <a:ext uri="{FF2B5EF4-FFF2-40B4-BE49-F238E27FC236}">
                <a16:creationId xmlns:a16="http://schemas.microsoft.com/office/drawing/2014/main" id="{E7486CC7-D951-4A81-B3A2-A0AC4562DB55}"/>
              </a:ext>
            </a:extLst>
          </p:cNvPr>
          <p:cNvGrpSpPr/>
          <p:nvPr/>
        </p:nvGrpSpPr>
        <p:grpSpPr>
          <a:xfrm>
            <a:off x="3548863" y="2885347"/>
            <a:ext cx="552960" cy="1591920"/>
            <a:chOff x="3548863" y="2885347"/>
            <a:chExt cx="55296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1" name="Rokopis 270">
                  <a:extLst>
                    <a:ext uri="{FF2B5EF4-FFF2-40B4-BE49-F238E27FC236}">
                      <a16:creationId xmlns:a16="http://schemas.microsoft.com/office/drawing/2014/main" id="{3FC4A90A-6523-45CA-AA3C-FF480CE280A6}"/>
                    </a:ext>
                  </a:extLst>
                </p14:cNvPr>
                <p14:cNvContentPartPr/>
                <p14:nvPr/>
              </p14:nvContentPartPr>
              <p14:xfrm>
                <a:off x="3548863" y="3008467"/>
                <a:ext cx="150480" cy="244800"/>
              </p14:xfrm>
            </p:contentPart>
          </mc:Choice>
          <mc:Fallback xmlns="">
            <p:pic>
              <p:nvPicPr>
                <p:cNvPr id="271" name="Rokopis 270">
                  <a:extLst>
                    <a:ext uri="{FF2B5EF4-FFF2-40B4-BE49-F238E27FC236}">
                      <a16:creationId xmlns:a16="http://schemas.microsoft.com/office/drawing/2014/main" id="{3FC4A90A-6523-45CA-AA3C-FF480CE280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44543" y="3004147"/>
                  <a:ext cx="1591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2" name="Rokopis 271">
                  <a:extLst>
                    <a:ext uri="{FF2B5EF4-FFF2-40B4-BE49-F238E27FC236}">
                      <a16:creationId xmlns:a16="http://schemas.microsoft.com/office/drawing/2014/main" id="{C75DB639-C39E-4672-99C3-735CDC5CD641}"/>
                    </a:ext>
                  </a:extLst>
                </p14:cNvPr>
                <p14:cNvContentPartPr/>
                <p14:nvPr/>
              </p14:nvContentPartPr>
              <p14:xfrm>
                <a:off x="3556783" y="2985787"/>
                <a:ext cx="159480" cy="268920"/>
              </p14:xfrm>
            </p:contentPart>
          </mc:Choice>
          <mc:Fallback xmlns="">
            <p:pic>
              <p:nvPicPr>
                <p:cNvPr id="272" name="Rokopis 271">
                  <a:extLst>
                    <a:ext uri="{FF2B5EF4-FFF2-40B4-BE49-F238E27FC236}">
                      <a16:creationId xmlns:a16="http://schemas.microsoft.com/office/drawing/2014/main" id="{C75DB639-C39E-4672-99C3-735CDC5CD6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52463" y="2981467"/>
                  <a:ext cx="168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3" name="Rokopis 272">
                  <a:extLst>
                    <a:ext uri="{FF2B5EF4-FFF2-40B4-BE49-F238E27FC236}">
                      <a16:creationId xmlns:a16="http://schemas.microsoft.com/office/drawing/2014/main" id="{2D0C656A-DF8A-4CFD-8C29-1462C7E47EAF}"/>
                    </a:ext>
                  </a:extLst>
                </p14:cNvPr>
                <p14:cNvContentPartPr/>
                <p14:nvPr/>
              </p14:nvContentPartPr>
              <p14:xfrm>
                <a:off x="3774943" y="3157507"/>
                <a:ext cx="73440" cy="217440"/>
              </p14:xfrm>
            </p:contentPart>
          </mc:Choice>
          <mc:Fallback xmlns="">
            <p:pic>
              <p:nvPicPr>
                <p:cNvPr id="273" name="Rokopis 272">
                  <a:extLst>
                    <a:ext uri="{FF2B5EF4-FFF2-40B4-BE49-F238E27FC236}">
                      <a16:creationId xmlns:a16="http://schemas.microsoft.com/office/drawing/2014/main" id="{2D0C656A-DF8A-4CFD-8C29-1462C7E47E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70623" y="3153187"/>
                  <a:ext cx="82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4" name="Rokopis 273">
                  <a:extLst>
                    <a:ext uri="{FF2B5EF4-FFF2-40B4-BE49-F238E27FC236}">
                      <a16:creationId xmlns:a16="http://schemas.microsoft.com/office/drawing/2014/main" id="{8F45E718-72F2-455F-B980-425A98099751}"/>
                    </a:ext>
                  </a:extLst>
                </p14:cNvPr>
                <p14:cNvContentPartPr/>
                <p14:nvPr/>
              </p14:nvContentPartPr>
              <p14:xfrm>
                <a:off x="3588103" y="3460627"/>
                <a:ext cx="144720" cy="223920"/>
              </p14:xfrm>
            </p:contentPart>
          </mc:Choice>
          <mc:Fallback xmlns="">
            <p:pic>
              <p:nvPicPr>
                <p:cNvPr id="274" name="Rokopis 273">
                  <a:extLst>
                    <a:ext uri="{FF2B5EF4-FFF2-40B4-BE49-F238E27FC236}">
                      <a16:creationId xmlns:a16="http://schemas.microsoft.com/office/drawing/2014/main" id="{8F45E718-72F2-455F-B980-425A980997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83783" y="3456307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5" name="Rokopis 274">
                  <a:extLst>
                    <a:ext uri="{FF2B5EF4-FFF2-40B4-BE49-F238E27FC236}">
                      <a16:creationId xmlns:a16="http://schemas.microsoft.com/office/drawing/2014/main" id="{B25FD658-D749-4038-A0C7-643C1DAD1FEC}"/>
                    </a:ext>
                  </a:extLst>
                </p14:cNvPr>
                <p14:cNvContentPartPr/>
                <p14:nvPr/>
              </p14:nvContentPartPr>
              <p14:xfrm>
                <a:off x="3611863" y="3460627"/>
                <a:ext cx="112680" cy="202680"/>
              </p14:xfrm>
            </p:contentPart>
          </mc:Choice>
          <mc:Fallback xmlns="">
            <p:pic>
              <p:nvPicPr>
                <p:cNvPr id="275" name="Rokopis 274">
                  <a:extLst>
                    <a:ext uri="{FF2B5EF4-FFF2-40B4-BE49-F238E27FC236}">
                      <a16:creationId xmlns:a16="http://schemas.microsoft.com/office/drawing/2014/main" id="{B25FD658-D749-4038-A0C7-643C1DAD1FE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07543" y="3456307"/>
                  <a:ext cx="121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6" name="Rokopis 275">
                  <a:extLst>
                    <a:ext uri="{FF2B5EF4-FFF2-40B4-BE49-F238E27FC236}">
                      <a16:creationId xmlns:a16="http://schemas.microsoft.com/office/drawing/2014/main" id="{B0CEE552-CF09-49FA-AD3B-9F5BDEDD4775}"/>
                    </a:ext>
                  </a:extLst>
                </p14:cNvPr>
                <p14:cNvContentPartPr/>
                <p14:nvPr/>
              </p14:nvContentPartPr>
              <p14:xfrm>
                <a:off x="3760183" y="3592027"/>
                <a:ext cx="159120" cy="201600"/>
              </p14:xfrm>
            </p:contentPart>
          </mc:Choice>
          <mc:Fallback xmlns="">
            <p:pic>
              <p:nvPicPr>
                <p:cNvPr id="276" name="Rokopis 275">
                  <a:extLst>
                    <a:ext uri="{FF2B5EF4-FFF2-40B4-BE49-F238E27FC236}">
                      <a16:creationId xmlns:a16="http://schemas.microsoft.com/office/drawing/2014/main" id="{B0CEE552-CF09-49FA-AD3B-9F5BDEDD47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55863" y="3587707"/>
                  <a:ext cx="167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7" name="Rokopis 276">
                  <a:extLst>
                    <a:ext uri="{FF2B5EF4-FFF2-40B4-BE49-F238E27FC236}">
                      <a16:creationId xmlns:a16="http://schemas.microsoft.com/office/drawing/2014/main" id="{93D001F5-91BD-4D25-A55A-46C74375A9AF}"/>
                    </a:ext>
                  </a:extLst>
                </p14:cNvPr>
                <p14:cNvContentPartPr/>
                <p14:nvPr/>
              </p14:nvContentPartPr>
              <p14:xfrm>
                <a:off x="3626623" y="3947707"/>
                <a:ext cx="162000" cy="243360"/>
              </p14:xfrm>
            </p:contentPart>
          </mc:Choice>
          <mc:Fallback xmlns="">
            <p:pic>
              <p:nvPicPr>
                <p:cNvPr id="277" name="Rokopis 276">
                  <a:extLst>
                    <a:ext uri="{FF2B5EF4-FFF2-40B4-BE49-F238E27FC236}">
                      <a16:creationId xmlns:a16="http://schemas.microsoft.com/office/drawing/2014/main" id="{93D001F5-91BD-4D25-A55A-46C74375A9A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22303" y="3943387"/>
                  <a:ext cx="170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8" name="Rokopis 277">
                  <a:extLst>
                    <a:ext uri="{FF2B5EF4-FFF2-40B4-BE49-F238E27FC236}">
                      <a16:creationId xmlns:a16="http://schemas.microsoft.com/office/drawing/2014/main" id="{2EC1DD75-11AB-4AF0-BF53-B536181A257B}"/>
                    </a:ext>
                  </a:extLst>
                </p14:cNvPr>
                <p14:cNvContentPartPr/>
                <p14:nvPr/>
              </p14:nvContentPartPr>
              <p14:xfrm>
                <a:off x="3639223" y="3941947"/>
                <a:ext cx="140400" cy="192960"/>
              </p14:xfrm>
            </p:contentPart>
          </mc:Choice>
          <mc:Fallback xmlns="">
            <p:pic>
              <p:nvPicPr>
                <p:cNvPr id="278" name="Rokopis 277">
                  <a:extLst>
                    <a:ext uri="{FF2B5EF4-FFF2-40B4-BE49-F238E27FC236}">
                      <a16:creationId xmlns:a16="http://schemas.microsoft.com/office/drawing/2014/main" id="{2EC1DD75-11AB-4AF0-BF53-B536181A25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34903" y="3937627"/>
                  <a:ext cx="149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79" name="Rokopis 278">
                  <a:extLst>
                    <a:ext uri="{FF2B5EF4-FFF2-40B4-BE49-F238E27FC236}">
                      <a16:creationId xmlns:a16="http://schemas.microsoft.com/office/drawing/2014/main" id="{4B3D7CF0-A617-4B71-BB32-C736FE02F41B}"/>
                    </a:ext>
                  </a:extLst>
                </p14:cNvPr>
                <p14:cNvContentPartPr/>
                <p14:nvPr/>
              </p14:nvContentPartPr>
              <p14:xfrm>
                <a:off x="3834343" y="4091707"/>
                <a:ext cx="106560" cy="165240"/>
              </p14:xfrm>
            </p:contentPart>
          </mc:Choice>
          <mc:Fallback xmlns="">
            <p:pic>
              <p:nvPicPr>
                <p:cNvPr id="279" name="Rokopis 278">
                  <a:extLst>
                    <a:ext uri="{FF2B5EF4-FFF2-40B4-BE49-F238E27FC236}">
                      <a16:creationId xmlns:a16="http://schemas.microsoft.com/office/drawing/2014/main" id="{4B3D7CF0-A617-4B71-BB32-C736FE02F41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30023" y="4087387"/>
                  <a:ext cx="115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0" name="Rokopis 279">
                  <a:extLst>
                    <a:ext uri="{FF2B5EF4-FFF2-40B4-BE49-F238E27FC236}">
                      <a16:creationId xmlns:a16="http://schemas.microsoft.com/office/drawing/2014/main" id="{C185EFEE-7724-4932-87A4-8DCEA937A34D}"/>
                    </a:ext>
                  </a:extLst>
                </p14:cNvPr>
                <p14:cNvContentPartPr/>
                <p14:nvPr/>
              </p14:nvContentPartPr>
              <p14:xfrm>
                <a:off x="4082383" y="2885347"/>
                <a:ext cx="19440" cy="1591920"/>
              </p14:xfrm>
            </p:contentPart>
          </mc:Choice>
          <mc:Fallback xmlns="">
            <p:pic>
              <p:nvPicPr>
                <p:cNvPr id="280" name="Rokopis 279">
                  <a:extLst>
                    <a:ext uri="{FF2B5EF4-FFF2-40B4-BE49-F238E27FC236}">
                      <a16:creationId xmlns:a16="http://schemas.microsoft.com/office/drawing/2014/main" id="{C185EFEE-7724-4932-87A4-8DCEA937A34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078063" y="2881027"/>
                  <a:ext cx="28080" cy="160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Skupina 283">
            <a:extLst>
              <a:ext uri="{FF2B5EF4-FFF2-40B4-BE49-F238E27FC236}">
                <a16:creationId xmlns:a16="http://schemas.microsoft.com/office/drawing/2014/main" id="{EC5916F0-5487-4F4B-A54D-5BDA614E360E}"/>
              </a:ext>
            </a:extLst>
          </p:cNvPr>
          <p:cNvGrpSpPr/>
          <p:nvPr/>
        </p:nvGrpSpPr>
        <p:grpSpPr>
          <a:xfrm>
            <a:off x="4291543" y="3694267"/>
            <a:ext cx="183240" cy="97560"/>
            <a:chOff x="4291543" y="3694267"/>
            <a:chExt cx="18324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82" name="Rokopis 281">
                  <a:extLst>
                    <a:ext uri="{FF2B5EF4-FFF2-40B4-BE49-F238E27FC236}">
                      <a16:creationId xmlns:a16="http://schemas.microsoft.com/office/drawing/2014/main" id="{6487F77D-5B0D-45C4-89C8-671A660E86E7}"/>
                    </a:ext>
                  </a:extLst>
                </p14:cNvPr>
                <p14:cNvContentPartPr/>
                <p14:nvPr/>
              </p14:nvContentPartPr>
              <p14:xfrm>
                <a:off x="4291543" y="3778147"/>
                <a:ext cx="183240" cy="13680"/>
              </p14:xfrm>
            </p:contentPart>
          </mc:Choice>
          <mc:Fallback xmlns="">
            <p:pic>
              <p:nvPicPr>
                <p:cNvPr id="282" name="Rokopis 281">
                  <a:extLst>
                    <a:ext uri="{FF2B5EF4-FFF2-40B4-BE49-F238E27FC236}">
                      <a16:creationId xmlns:a16="http://schemas.microsoft.com/office/drawing/2014/main" id="{6487F77D-5B0D-45C4-89C8-671A660E86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87223" y="3773827"/>
                  <a:ext cx="191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3" name="Rokopis 282">
                  <a:extLst>
                    <a:ext uri="{FF2B5EF4-FFF2-40B4-BE49-F238E27FC236}">
                      <a16:creationId xmlns:a16="http://schemas.microsoft.com/office/drawing/2014/main" id="{2BD6152C-E611-4BB9-96FD-27EB19F8EBBA}"/>
                    </a:ext>
                  </a:extLst>
                </p14:cNvPr>
                <p14:cNvContentPartPr/>
                <p14:nvPr/>
              </p14:nvContentPartPr>
              <p14:xfrm>
                <a:off x="4292623" y="3694267"/>
                <a:ext cx="159840" cy="46800"/>
              </p14:xfrm>
            </p:contentPart>
          </mc:Choice>
          <mc:Fallback xmlns="">
            <p:pic>
              <p:nvPicPr>
                <p:cNvPr id="283" name="Rokopis 282">
                  <a:extLst>
                    <a:ext uri="{FF2B5EF4-FFF2-40B4-BE49-F238E27FC236}">
                      <a16:creationId xmlns:a16="http://schemas.microsoft.com/office/drawing/2014/main" id="{2BD6152C-E611-4BB9-96FD-27EB19F8EBB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88303" y="3689947"/>
                  <a:ext cx="16848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85" name="Rokopis 284">
                <a:extLst>
                  <a:ext uri="{FF2B5EF4-FFF2-40B4-BE49-F238E27FC236}">
                    <a16:creationId xmlns:a16="http://schemas.microsoft.com/office/drawing/2014/main" id="{F92F889B-8075-41EC-BB9B-8B1EB5429749}"/>
                  </a:ext>
                </a:extLst>
              </p14:cNvPr>
              <p14:cNvContentPartPr/>
              <p14:nvPr/>
            </p14:nvContentPartPr>
            <p14:xfrm>
              <a:off x="4783663" y="3000907"/>
              <a:ext cx="48960" cy="1596600"/>
            </p14:xfrm>
          </p:contentPart>
        </mc:Choice>
        <mc:Fallback xmlns="">
          <p:pic>
            <p:nvPicPr>
              <p:cNvPr id="285" name="Rokopis 284">
                <a:extLst>
                  <a:ext uri="{FF2B5EF4-FFF2-40B4-BE49-F238E27FC236}">
                    <a16:creationId xmlns:a16="http://schemas.microsoft.com/office/drawing/2014/main" id="{F92F889B-8075-41EC-BB9B-8B1EB542974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79343" y="2996587"/>
                <a:ext cx="57600" cy="160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Skupina 291">
            <a:extLst>
              <a:ext uri="{FF2B5EF4-FFF2-40B4-BE49-F238E27FC236}">
                <a16:creationId xmlns:a16="http://schemas.microsoft.com/office/drawing/2014/main" id="{1130695A-6DD1-4816-810F-7217D07C79C0}"/>
              </a:ext>
            </a:extLst>
          </p:cNvPr>
          <p:cNvGrpSpPr/>
          <p:nvPr/>
        </p:nvGrpSpPr>
        <p:grpSpPr>
          <a:xfrm>
            <a:off x="5188303" y="2973187"/>
            <a:ext cx="320040" cy="259560"/>
            <a:chOff x="5188303" y="2973187"/>
            <a:chExt cx="32004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6" name="Rokopis 285">
                  <a:extLst>
                    <a:ext uri="{FF2B5EF4-FFF2-40B4-BE49-F238E27FC236}">
                      <a16:creationId xmlns:a16="http://schemas.microsoft.com/office/drawing/2014/main" id="{6C516959-A1B3-4442-A331-54EF3CB12F38}"/>
                    </a:ext>
                  </a:extLst>
                </p14:cNvPr>
                <p14:cNvContentPartPr/>
                <p14:nvPr/>
              </p14:nvContentPartPr>
              <p14:xfrm>
                <a:off x="5188303" y="2976787"/>
                <a:ext cx="57960" cy="246600"/>
              </p14:xfrm>
            </p:contentPart>
          </mc:Choice>
          <mc:Fallback xmlns="">
            <p:pic>
              <p:nvPicPr>
                <p:cNvPr id="286" name="Rokopis 285">
                  <a:extLst>
                    <a:ext uri="{FF2B5EF4-FFF2-40B4-BE49-F238E27FC236}">
                      <a16:creationId xmlns:a16="http://schemas.microsoft.com/office/drawing/2014/main" id="{6C516959-A1B3-4442-A331-54EF3CB12F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83983" y="2972467"/>
                  <a:ext cx="66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7" name="Rokopis 286">
                  <a:extLst>
                    <a:ext uri="{FF2B5EF4-FFF2-40B4-BE49-F238E27FC236}">
                      <a16:creationId xmlns:a16="http://schemas.microsoft.com/office/drawing/2014/main" id="{22B0DADC-5171-48AC-8C59-E43E8B97A5AA}"/>
                    </a:ext>
                  </a:extLst>
                </p14:cNvPr>
                <p14:cNvContentPartPr/>
                <p14:nvPr/>
              </p14:nvContentPartPr>
              <p14:xfrm>
                <a:off x="5281903" y="2973187"/>
                <a:ext cx="136440" cy="259560"/>
              </p14:xfrm>
            </p:contentPart>
          </mc:Choice>
          <mc:Fallback xmlns="">
            <p:pic>
              <p:nvPicPr>
                <p:cNvPr id="287" name="Rokopis 286">
                  <a:extLst>
                    <a:ext uri="{FF2B5EF4-FFF2-40B4-BE49-F238E27FC236}">
                      <a16:creationId xmlns:a16="http://schemas.microsoft.com/office/drawing/2014/main" id="{22B0DADC-5171-48AC-8C59-E43E8B97A5A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77583" y="2968867"/>
                  <a:ext cx="145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8" name="Rokopis 287">
                  <a:extLst>
                    <a:ext uri="{FF2B5EF4-FFF2-40B4-BE49-F238E27FC236}">
                      <a16:creationId xmlns:a16="http://schemas.microsoft.com/office/drawing/2014/main" id="{E01CECC2-077F-4074-A662-A67C999831E7}"/>
                    </a:ext>
                  </a:extLst>
                </p14:cNvPr>
                <p14:cNvContentPartPr/>
                <p14:nvPr/>
              </p14:nvContentPartPr>
              <p14:xfrm>
                <a:off x="5345263" y="3100987"/>
                <a:ext cx="163080" cy="59400"/>
              </p14:xfrm>
            </p:contentPart>
          </mc:Choice>
          <mc:Fallback xmlns="">
            <p:pic>
              <p:nvPicPr>
                <p:cNvPr id="288" name="Rokopis 287">
                  <a:extLst>
                    <a:ext uri="{FF2B5EF4-FFF2-40B4-BE49-F238E27FC236}">
                      <a16:creationId xmlns:a16="http://schemas.microsoft.com/office/drawing/2014/main" id="{E01CECC2-077F-4074-A662-A67C999831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40943" y="3096667"/>
                  <a:ext cx="17172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Skupina 290">
            <a:extLst>
              <a:ext uri="{FF2B5EF4-FFF2-40B4-BE49-F238E27FC236}">
                <a16:creationId xmlns:a16="http://schemas.microsoft.com/office/drawing/2014/main" id="{814C6F9E-6AE4-4149-881E-AEBBB31588DE}"/>
              </a:ext>
            </a:extLst>
          </p:cNvPr>
          <p:cNvGrpSpPr/>
          <p:nvPr/>
        </p:nvGrpSpPr>
        <p:grpSpPr>
          <a:xfrm>
            <a:off x="5078143" y="3657547"/>
            <a:ext cx="303840" cy="256320"/>
            <a:chOff x="5078143" y="3657547"/>
            <a:chExt cx="30384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9" name="Rokopis 288">
                  <a:extLst>
                    <a:ext uri="{FF2B5EF4-FFF2-40B4-BE49-F238E27FC236}">
                      <a16:creationId xmlns:a16="http://schemas.microsoft.com/office/drawing/2014/main" id="{C1B01A3D-984D-4173-83BD-929EBA6ACEC7}"/>
                    </a:ext>
                  </a:extLst>
                </p14:cNvPr>
                <p14:cNvContentPartPr/>
                <p14:nvPr/>
              </p14:nvContentPartPr>
              <p14:xfrm>
                <a:off x="5078143" y="3657547"/>
                <a:ext cx="74520" cy="215640"/>
              </p14:xfrm>
            </p:contentPart>
          </mc:Choice>
          <mc:Fallback xmlns="">
            <p:pic>
              <p:nvPicPr>
                <p:cNvPr id="289" name="Rokopis 288">
                  <a:extLst>
                    <a:ext uri="{FF2B5EF4-FFF2-40B4-BE49-F238E27FC236}">
                      <a16:creationId xmlns:a16="http://schemas.microsoft.com/office/drawing/2014/main" id="{C1B01A3D-984D-4173-83BD-929EBA6ACEC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73823" y="3653227"/>
                  <a:ext cx="831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90" name="Rokopis 289">
                  <a:extLst>
                    <a:ext uri="{FF2B5EF4-FFF2-40B4-BE49-F238E27FC236}">
                      <a16:creationId xmlns:a16="http://schemas.microsoft.com/office/drawing/2014/main" id="{48C92003-38FF-44F0-9AA3-4DECA2AF9EFA}"/>
                    </a:ext>
                  </a:extLst>
                </p14:cNvPr>
                <p14:cNvContentPartPr/>
                <p14:nvPr/>
              </p14:nvContentPartPr>
              <p14:xfrm>
                <a:off x="5207383" y="3718027"/>
                <a:ext cx="174600" cy="195840"/>
              </p14:xfrm>
            </p:contentPart>
          </mc:Choice>
          <mc:Fallback xmlns="">
            <p:pic>
              <p:nvPicPr>
                <p:cNvPr id="290" name="Rokopis 289">
                  <a:extLst>
                    <a:ext uri="{FF2B5EF4-FFF2-40B4-BE49-F238E27FC236}">
                      <a16:creationId xmlns:a16="http://schemas.microsoft.com/office/drawing/2014/main" id="{48C92003-38FF-44F0-9AA3-4DECA2AF9EF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03063" y="3713707"/>
                  <a:ext cx="18324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Skupina 295">
            <a:extLst>
              <a:ext uri="{FF2B5EF4-FFF2-40B4-BE49-F238E27FC236}">
                <a16:creationId xmlns:a16="http://schemas.microsoft.com/office/drawing/2014/main" id="{7FF7787C-FB82-416A-B448-1D31D7A610A5}"/>
              </a:ext>
            </a:extLst>
          </p:cNvPr>
          <p:cNvGrpSpPr/>
          <p:nvPr/>
        </p:nvGrpSpPr>
        <p:grpSpPr>
          <a:xfrm>
            <a:off x="5076343" y="4294747"/>
            <a:ext cx="179640" cy="256680"/>
            <a:chOff x="5076343" y="4294747"/>
            <a:chExt cx="17964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93" name="Rokopis 292">
                  <a:extLst>
                    <a:ext uri="{FF2B5EF4-FFF2-40B4-BE49-F238E27FC236}">
                      <a16:creationId xmlns:a16="http://schemas.microsoft.com/office/drawing/2014/main" id="{FF1CD9C6-2254-4EE0-9937-4A0581680A50}"/>
                    </a:ext>
                  </a:extLst>
                </p14:cNvPr>
                <p14:cNvContentPartPr/>
                <p14:nvPr/>
              </p14:nvContentPartPr>
              <p14:xfrm>
                <a:off x="5076343" y="4294747"/>
                <a:ext cx="154800" cy="37800"/>
              </p14:xfrm>
            </p:contentPart>
          </mc:Choice>
          <mc:Fallback xmlns="">
            <p:pic>
              <p:nvPicPr>
                <p:cNvPr id="293" name="Rokopis 292">
                  <a:extLst>
                    <a:ext uri="{FF2B5EF4-FFF2-40B4-BE49-F238E27FC236}">
                      <a16:creationId xmlns:a16="http://schemas.microsoft.com/office/drawing/2014/main" id="{FF1CD9C6-2254-4EE0-9937-4A0581680A5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72023" y="4290427"/>
                  <a:ext cx="163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94" name="Rokopis 293">
                  <a:extLst>
                    <a:ext uri="{FF2B5EF4-FFF2-40B4-BE49-F238E27FC236}">
                      <a16:creationId xmlns:a16="http://schemas.microsoft.com/office/drawing/2014/main" id="{34CDF526-D30C-4780-B64F-9659A78D571D}"/>
                    </a:ext>
                  </a:extLst>
                </p14:cNvPr>
                <p14:cNvContentPartPr/>
                <p14:nvPr/>
              </p14:nvContentPartPr>
              <p14:xfrm>
                <a:off x="5088943" y="4337947"/>
                <a:ext cx="167040" cy="213480"/>
              </p14:xfrm>
            </p:contentPart>
          </mc:Choice>
          <mc:Fallback xmlns="">
            <p:pic>
              <p:nvPicPr>
                <p:cNvPr id="294" name="Rokopis 293">
                  <a:extLst>
                    <a:ext uri="{FF2B5EF4-FFF2-40B4-BE49-F238E27FC236}">
                      <a16:creationId xmlns:a16="http://schemas.microsoft.com/office/drawing/2014/main" id="{34CDF526-D30C-4780-B64F-9659A78D571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84623" y="4333627"/>
                  <a:ext cx="17568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95" name="Rokopis 294">
                <a:extLst>
                  <a:ext uri="{FF2B5EF4-FFF2-40B4-BE49-F238E27FC236}">
                    <a16:creationId xmlns:a16="http://schemas.microsoft.com/office/drawing/2014/main" id="{B2D9C46C-F363-442A-B6E9-38158B1AD9D8}"/>
                  </a:ext>
                </a:extLst>
              </p14:cNvPr>
              <p14:cNvContentPartPr/>
              <p14:nvPr/>
            </p14:nvContentPartPr>
            <p14:xfrm>
              <a:off x="5647663" y="2956987"/>
              <a:ext cx="24120" cy="2063520"/>
            </p14:xfrm>
          </p:contentPart>
        </mc:Choice>
        <mc:Fallback xmlns="">
          <p:pic>
            <p:nvPicPr>
              <p:cNvPr id="295" name="Rokopis 294">
                <a:extLst>
                  <a:ext uri="{FF2B5EF4-FFF2-40B4-BE49-F238E27FC236}">
                    <a16:creationId xmlns:a16="http://schemas.microsoft.com/office/drawing/2014/main" id="{B2D9C46C-F363-442A-B6E9-38158B1AD9D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643343" y="2952667"/>
                <a:ext cx="32760" cy="20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Skupina 320">
            <a:extLst>
              <a:ext uri="{FF2B5EF4-FFF2-40B4-BE49-F238E27FC236}">
                <a16:creationId xmlns:a16="http://schemas.microsoft.com/office/drawing/2014/main" id="{44A9D431-07AA-409F-9D6A-2718E394290A}"/>
              </a:ext>
            </a:extLst>
          </p:cNvPr>
          <p:cNvGrpSpPr/>
          <p:nvPr/>
        </p:nvGrpSpPr>
        <p:grpSpPr>
          <a:xfrm>
            <a:off x="7321663" y="2800747"/>
            <a:ext cx="1569240" cy="419040"/>
            <a:chOff x="7321663" y="2800747"/>
            <a:chExt cx="156924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97" name="Rokopis 296">
                  <a:extLst>
                    <a:ext uri="{FF2B5EF4-FFF2-40B4-BE49-F238E27FC236}">
                      <a16:creationId xmlns:a16="http://schemas.microsoft.com/office/drawing/2014/main" id="{D9B8FD47-75C9-4F13-AF11-812D168D7483}"/>
                    </a:ext>
                  </a:extLst>
                </p14:cNvPr>
                <p14:cNvContentPartPr/>
                <p14:nvPr/>
              </p14:nvContentPartPr>
              <p14:xfrm>
                <a:off x="7321663" y="2805427"/>
                <a:ext cx="45720" cy="315000"/>
              </p14:xfrm>
            </p:contentPart>
          </mc:Choice>
          <mc:Fallback xmlns="">
            <p:pic>
              <p:nvPicPr>
                <p:cNvPr id="297" name="Rokopis 296">
                  <a:extLst>
                    <a:ext uri="{FF2B5EF4-FFF2-40B4-BE49-F238E27FC236}">
                      <a16:creationId xmlns:a16="http://schemas.microsoft.com/office/drawing/2014/main" id="{D9B8FD47-75C9-4F13-AF11-812D168D748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17343" y="2801107"/>
                  <a:ext cx="543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8" name="Rokopis 297">
                  <a:extLst>
                    <a:ext uri="{FF2B5EF4-FFF2-40B4-BE49-F238E27FC236}">
                      <a16:creationId xmlns:a16="http://schemas.microsoft.com/office/drawing/2014/main" id="{821573CA-7191-4153-A0A1-10DAA98E9F58}"/>
                    </a:ext>
                  </a:extLst>
                </p14:cNvPr>
                <p14:cNvContentPartPr/>
                <p14:nvPr/>
              </p14:nvContentPartPr>
              <p14:xfrm>
                <a:off x="7413463" y="2971387"/>
                <a:ext cx="25920" cy="15480"/>
              </p14:xfrm>
            </p:contentPart>
          </mc:Choice>
          <mc:Fallback xmlns="">
            <p:pic>
              <p:nvPicPr>
                <p:cNvPr id="298" name="Rokopis 297">
                  <a:extLst>
                    <a:ext uri="{FF2B5EF4-FFF2-40B4-BE49-F238E27FC236}">
                      <a16:creationId xmlns:a16="http://schemas.microsoft.com/office/drawing/2014/main" id="{821573CA-7191-4153-A0A1-10DAA98E9F5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09143" y="2967067"/>
                  <a:ext cx="34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99" name="Rokopis 298">
                  <a:extLst>
                    <a:ext uri="{FF2B5EF4-FFF2-40B4-BE49-F238E27FC236}">
                      <a16:creationId xmlns:a16="http://schemas.microsoft.com/office/drawing/2014/main" id="{9FE6162F-97DE-454C-B9D9-4F29F6470754}"/>
                    </a:ext>
                  </a:extLst>
                </p14:cNvPr>
                <p14:cNvContentPartPr/>
                <p14:nvPr/>
              </p14:nvContentPartPr>
              <p14:xfrm>
                <a:off x="7511023" y="2802907"/>
                <a:ext cx="142200" cy="281160"/>
              </p14:xfrm>
            </p:contentPart>
          </mc:Choice>
          <mc:Fallback xmlns="">
            <p:pic>
              <p:nvPicPr>
                <p:cNvPr id="299" name="Rokopis 298">
                  <a:extLst>
                    <a:ext uri="{FF2B5EF4-FFF2-40B4-BE49-F238E27FC236}">
                      <a16:creationId xmlns:a16="http://schemas.microsoft.com/office/drawing/2014/main" id="{9FE6162F-97DE-454C-B9D9-4F29F647075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506703" y="2798587"/>
                  <a:ext cx="150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00" name="Rokopis 299">
                  <a:extLst>
                    <a:ext uri="{FF2B5EF4-FFF2-40B4-BE49-F238E27FC236}">
                      <a16:creationId xmlns:a16="http://schemas.microsoft.com/office/drawing/2014/main" id="{1A67F381-03A9-492D-9013-B3FD34014DBC}"/>
                    </a:ext>
                  </a:extLst>
                </p14:cNvPr>
                <p14:cNvContentPartPr/>
                <p14:nvPr/>
              </p14:nvContentPartPr>
              <p14:xfrm>
                <a:off x="7530103" y="2800747"/>
                <a:ext cx="131760" cy="259920"/>
              </p14:xfrm>
            </p:contentPart>
          </mc:Choice>
          <mc:Fallback xmlns="">
            <p:pic>
              <p:nvPicPr>
                <p:cNvPr id="300" name="Rokopis 299">
                  <a:extLst>
                    <a:ext uri="{FF2B5EF4-FFF2-40B4-BE49-F238E27FC236}">
                      <a16:creationId xmlns:a16="http://schemas.microsoft.com/office/drawing/2014/main" id="{1A67F381-03A9-492D-9013-B3FD34014DB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525783" y="2796427"/>
                  <a:ext cx="140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01" name="Rokopis 300">
                  <a:extLst>
                    <a:ext uri="{FF2B5EF4-FFF2-40B4-BE49-F238E27FC236}">
                      <a16:creationId xmlns:a16="http://schemas.microsoft.com/office/drawing/2014/main" id="{8BF4BE29-4C3E-4674-AACD-197D22DBD992}"/>
                    </a:ext>
                  </a:extLst>
                </p14:cNvPr>
                <p14:cNvContentPartPr/>
                <p14:nvPr/>
              </p14:nvContentPartPr>
              <p14:xfrm>
                <a:off x="7730983" y="2982547"/>
                <a:ext cx="96840" cy="174240"/>
              </p14:xfrm>
            </p:contentPart>
          </mc:Choice>
          <mc:Fallback xmlns="">
            <p:pic>
              <p:nvPicPr>
                <p:cNvPr id="301" name="Rokopis 300">
                  <a:extLst>
                    <a:ext uri="{FF2B5EF4-FFF2-40B4-BE49-F238E27FC236}">
                      <a16:creationId xmlns:a16="http://schemas.microsoft.com/office/drawing/2014/main" id="{8BF4BE29-4C3E-4674-AACD-197D22DBD99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26663" y="2978227"/>
                  <a:ext cx="105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02" name="Rokopis 301">
                  <a:extLst>
                    <a:ext uri="{FF2B5EF4-FFF2-40B4-BE49-F238E27FC236}">
                      <a16:creationId xmlns:a16="http://schemas.microsoft.com/office/drawing/2014/main" id="{9B462C45-0558-4FD0-9544-835CB5D19081}"/>
                    </a:ext>
                  </a:extLst>
                </p14:cNvPr>
                <p14:cNvContentPartPr/>
                <p14:nvPr/>
              </p14:nvContentPartPr>
              <p14:xfrm>
                <a:off x="8000623" y="3034027"/>
                <a:ext cx="108360" cy="5400"/>
              </p14:xfrm>
            </p:contentPart>
          </mc:Choice>
          <mc:Fallback xmlns="">
            <p:pic>
              <p:nvPicPr>
                <p:cNvPr id="302" name="Rokopis 301">
                  <a:extLst>
                    <a:ext uri="{FF2B5EF4-FFF2-40B4-BE49-F238E27FC236}">
                      <a16:creationId xmlns:a16="http://schemas.microsoft.com/office/drawing/2014/main" id="{9B462C45-0558-4FD0-9544-835CB5D1908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96303" y="3029707"/>
                  <a:ext cx="1170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03" name="Rokopis 302">
                  <a:extLst>
                    <a:ext uri="{FF2B5EF4-FFF2-40B4-BE49-F238E27FC236}">
                      <a16:creationId xmlns:a16="http://schemas.microsoft.com/office/drawing/2014/main" id="{B4D5F162-C805-4DB7-81A1-0D1CBC3DD2FD}"/>
                    </a:ext>
                  </a:extLst>
                </p14:cNvPr>
                <p14:cNvContentPartPr/>
                <p14:nvPr/>
              </p14:nvContentPartPr>
              <p14:xfrm>
                <a:off x="7971103" y="2939707"/>
                <a:ext cx="167760" cy="15480"/>
              </p14:xfrm>
            </p:contentPart>
          </mc:Choice>
          <mc:Fallback xmlns="">
            <p:pic>
              <p:nvPicPr>
                <p:cNvPr id="303" name="Rokopis 302">
                  <a:extLst>
                    <a:ext uri="{FF2B5EF4-FFF2-40B4-BE49-F238E27FC236}">
                      <a16:creationId xmlns:a16="http://schemas.microsoft.com/office/drawing/2014/main" id="{B4D5F162-C805-4DB7-81A1-0D1CBC3DD2F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6783" y="2935387"/>
                  <a:ext cx="176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04" name="Rokopis 303">
                  <a:extLst>
                    <a:ext uri="{FF2B5EF4-FFF2-40B4-BE49-F238E27FC236}">
                      <a16:creationId xmlns:a16="http://schemas.microsoft.com/office/drawing/2014/main" id="{9C3A8E73-473F-4AC3-8AC8-22ED78AF3948}"/>
                    </a:ext>
                  </a:extLst>
                </p14:cNvPr>
                <p14:cNvContentPartPr/>
                <p14:nvPr/>
              </p14:nvContentPartPr>
              <p14:xfrm>
                <a:off x="8326783" y="2820547"/>
                <a:ext cx="159120" cy="28800"/>
              </p14:xfrm>
            </p:contentPart>
          </mc:Choice>
          <mc:Fallback xmlns="">
            <p:pic>
              <p:nvPicPr>
                <p:cNvPr id="304" name="Rokopis 303">
                  <a:extLst>
                    <a:ext uri="{FF2B5EF4-FFF2-40B4-BE49-F238E27FC236}">
                      <a16:creationId xmlns:a16="http://schemas.microsoft.com/office/drawing/2014/main" id="{9C3A8E73-473F-4AC3-8AC8-22ED78AF394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22463" y="2816227"/>
                  <a:ext cx="167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05" name="Rokopis 304">
                  <a:extLst>
                    <a:ext uri="{FF2B5EF4-FFF2-40B4-BE49-F238E27FC236}">
                      <a16:creationId xmlns:a16="http://schemas.microsoft.com/office/drawing/2014/main" id="{7F70F424-A888-4260-B1DD-FF72C1B48CFF}"/>
                    </a:ext>
                  </a:extLst>
                </p14:cNvPr>
                <p14:cNvContentPartPr/>
                <p14:nvPr/>
              </p14:nvContentPartPr>
              <p14:xfrm>
                <a:off x="8302663" y="2824507"/>
                <a:ext cx="227160" cy="258120"/>
              </p14:xfrm>
            </p:contentPart>
          </mc:Choice>
          <mc:Fallback xmlns="">
            <p:pic>
              <p:nvPicPr>
                <p:cNvPr id="305" name="Rokopis 304">
                  <a:extLst>
                    <a:ext uri="{FF2B5EF4-FFF2-40B4-BE49-F238E27FC236}">
                      <a16:creationId xmlns:a16="http://schemas.microsoft.com/office/drawing/2014/main" id="{7F70F424-A888-4260-B1DD-FF72C1B48CF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8343" y="2820187"/>
                  <a:ext cx="235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09" name="Rokopis 308">
                  <a:extLst>
                    <a:ext uri="{FF2B5EF4-FFF2-40B4-BE49-F238E27FC236}">
                      <a16:creationId xmlns:a16="http://schemas.microsoft.com/office/drawing/2014/main" id="{60046284-D8FE-4062-ACC2-538D4697E22C}"/>
                    </a:ext>
                  </a:extLst>
                </p14:cNvPr>
                <p14:cNvContentPartPr/>
                <p14:nvPr/>
              </p14:nvContentPartPr>
              <p14:xfrm>
                <a:off x="8697943" y="3019987"/>
                <a:ext cx="81000" cy="199800"/>
              </p14:xfrm>
            </p:contentPart>
          </mc:Choice>
          <mc:Fallback xmlns="">
            <p:pic>
              <p:nvPicPr>
                <p:cNvPr id="309" name="Rokopis 308">
                  <a:extLst>
                    <a:ext uri="{FF2B5EF4-FFF2-40B4-BE49-F238E27FC236}">
                      <a16:creationId xmlns:a16="http://schemas.microsoft.com/office/drawing/2014/main" id="{60046284-D8FE-4062-ACC2-538D4697E2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93623" y="3015667"/>
                  <a:ext cx="89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10" name="Rokopis 309">
                  <a:extLst>
                    <a:ext uri="{FF2B5EF4-FFF2-40B4-BE49-F238E27FC236}">
                      <a16:creationId xmlns:a16="http://schemas.microsoft.com/office/drawing/2014/main" id="{32F1F50F-284F-4694-9228-BF14F03B4FD8}"/>
                    </a:ext>
                  </a:extLst>
                </p14:cNvPr>
                <p14:cNvContentPartPr/>
                <p14:nvPr/>
              </p14:nvContentPartPr>
              <p14:xfrm>
                <a:off x="8782543" y="2852227"/>
                <a:ext cx="108360" cy="48960"/>
              </p14:xfrm>
            </p:contentPart>
          </mc:Choice>
          <mc:Fallback xmlns="">
            <p:pic>
              <p:nvPicPr>
                <p:cNvPr id="310" name="Rokopis 309">
                  <a:extLst>
                    <a:ext uri="{FF2B5EF4-FFF2-40B4-BE49-F238E27FC236}">
                      <a16:creationId xmlns:a16="http://schemas.microsoft.com/office/drawing/2014/main" id="{32F1F50F-284F-4694-9228-BF14F03B4FD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78223" y="2847907"/>
                  <a:ext cx="1170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Skupina 319">
            <a:extLst>
              <a:ext uri="{FF2B5EF4-FFF2-40B4-BE49-F238E27FC236}">
                <a16:creationId xmlns:a16="http://schemas.microsoft.com/office/drawing/2014/main" id="{749C70B1-C5FB-4EFB-B999-CAB7395C376C}"/>
              </a:ext>
            </a:extLst>
          </p:cNvPr>
          <p:cNvGrpSpPr/>
          <p:nvPr/>
        </p:nvGrpSpPr>
        <p:grpSpPr>
          <a:xfrm>
            <a:off x="9157663" y="2807227"/>
            <a:ext cx="1001160" cy="414360"/>
            <a:chOff x="9157663" y="2807227"/>
            <a:chExt cx="100116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11" name="Rokopis 310">
                  <a:extLst>
                    <a:ext uri="{FF2B5EF4-FFF2-40B4-BE49-F238E27FC236}">
                      <a16:creationId xmlns:a16="http://schemas.microsoft.com/office/drawing/2014/main" id="{DE14912C-4C85-4148-B3EE-ED943CAC743B}"/>
                    </a:ext>
                  </a:extLst>
                </p14:cNvPr>
                <p14:cNvContentPartPr/>
                <p14:nvPr/>
              </p14:nvContentPartPr>
              <p14:xfrm>
                <a:off x="9176743" y="2833147"/>
                <a:ext cx="127440" cy="316800"/>
              </p14:xfrm>
            </p:contentPart>
          </mc:Choice>
          <mc:Fallback xmlns="">
            <p:pic>
              <p:nvPicPr>
                <p:cNvPr id="311" name="Rokopis 310">
                  <a:extLst>
                    <a:ext uri="{FF2B5EF4-FFF2-40B4-BE49-F238E27FC236}">
                      <a16:creationId xmlns:a16="http://schemas.microsoft.com/office/drawing/2014/main" id="{DE14912C-4C85-4148-B3EE-ED943CAC74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72423" y="2828827"/>
                  <a:ext cx="136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2" name="Rokopis 311">
                  <a:extLst>
                    <a:ext uri="{FF2B5EF4-FFF2-40B4-BE49-F238E27FC236}">
                      <a16:creationId xmlns:a16="http://schemas.microsoft.com/office/drawing/2014/main" id="{CEC1ADC7-DA33-4690-A439-ABB5DE4B3DF6}"/>
                    </a:ext>
                  </a:extLst>
                </p14:cNvPr>
                <p14:cNvContentPartPr/>
                <p14:nvPr/>
              </p14:nvContentPartPr>
              <p14:xfrm>
                <a:off x="9157663" y="2807227"/>
                <a:ext cx="201600" cy="357840"/>
              </p14:xfrm>
            </p:contentPart>
          </mc:Choice>
          <mc:Fallback xmlns="">
            <p:pic>
              <p:nvPicPr>
                <p:cNvPr id="312" name="Rokopis 311">
                  <a:extLst>
                    <a:ext uri="{FF2B5EF4-FFF2-40B4-BE49-F238E27FC236}">
                      <a16:creationId xmlns:a16="http://schemas.microsoft.com/office/drawing/2014/main" id="{CEC1ADC7-DA33-4690-A439-ABB5DE4B3DF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53343" y="2802907"/>
                  <a:ext cx="2102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13" name="Rokopis 312">
                  <a:extLst>
                    <a:ext uri="{FF2B5EF4-FFF2-40B4-BE49-F238E27FC236}">
                      <a16:creationId xmlns:a16="http://schemas.microsoft.com/office/drawing/2014/main" id="{3FD622CA-C8F3-4725-802E-98359DFF9411}"/>
                    </a:ext>
                  </a:extLst>
                </p14:cNvPr>
                <p14:cNvContentPartPr/>
                <p14:nvPr/>
              </p14:nvContentPartPr>
              <p14:xfrm>
                <a:off x="9407863" y="3063907"/>
                <a:ext cx="138240" cy="157680"/>
              </p14:xfrm>
            </p:contentPart>
          </mc:Choice>
          <mc:Fallback xmlns="">
            <p:pic>
              <p:nvPicPr>
                <p:cNvPr id="313" name="Rokopis 312">
                  <a:extLst>
                    <a:ext uri="{FF2B5EF4-FFF2-40B4-BE49-F238E27FC236}">
                      <a16:creationId xmlns:a16="http://schemas.microsoft.com/office/drawing/2014/main" id="{3FD622CA-C8F3-4725-802E-98359DFF941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03543" y="3059587"/>
                  <a:ext cx="146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14" name="Rokopis 313">
                  <a:extLst>
                    <a:ext uri="{FF2B5EF4-FFF2-40B4-BE49-F238E27FC236}">
                      <a16:creationId xmlns:a16="http://schemas.microsoft.com/office/drawing/2014/main" id="{31A20755-6458-4643-8449-8BDE26873BDC}"/>
                    </a:ext>
                  </a:extLst>
                </p14:cNvPr>
                <p14:cNvContentPartPr/>
                <p14:nvPr/>
              </p14:nvContentPartPr>
              <p14:xfrm>
                <a:off x="9674623" y="2983627"/>
                <a:ext cx="186840" cy="105120"/>
              </p14:xfrm>
            </p:contentPart>
          </mc:Choice>
          <mc:Fallback xmlns="">
            <p:pic>
              <p:nvPicPr>
                <p:cNvPr id="314" name="Rokopis 313">
                  <a:extLst>
                    <a:ext uri="{FF2B5EF4-FFF2-40B4-BE49-F238E27FC236}">
                      <a16:creationId xmlns:a16="http://schemas.microsoft.com/office/drawing/2014/main" id="{31A20755-6458-4643-8449-8BDE26873BD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70303" y="2979307"/>
                  <a:ext cx="195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15" name="Rokopis 314">
                  <a:extLst>
                    <a:ext uri="{FF2B5EF4-FFF2-40B4-BE49-F238E27FC236}">
                      <a16:creationId xmlns:a16="http://schemas.microsoft.com/office/drawing/2014/main" id="{4599A09E-E6F3-4CCE-8A02-37C2374B74C8}"/>
                    </a:ext>
                  </a:extLst>
                </p14:cNvPr>
                <p14:cNvContentPartPr/>
                <p14:nvPr/>
              </p14:nvContentPartPr>
              <p14:xfrm>
                <a:off x="9954703" y="2858707"/>
                <a:ext cx="186840" cy="19440"/>
              </p14:xfrm>
            </p:contentPart>
          </mc:Choice>
          <mc:Fallback xmlns="">
            <p:pic>
              <p:nvPicPr>
                <p:cNvPr id="315" name="Rokopis 314">
                  <a:extLst>
                    <a:ext uri="{FF2B5EF4-FFF2-40B4-BE49-F238E27FC236}">
                      <a16:creationId xmlns:a16="http://schemas.microsoft.com/office/drawing/2014/main" id="{4599A09E-E6F3-4CCE-8A02-37C2374B74C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50383" y="2854387"/>
                  <a:ext cx="195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6" name="Rokopis 315">
                  <a:extLst>
                    <a:ext uri="{FF2B5EF4-FFF2-40B4-BE49-F238E27FC236}">
                      <a16:creationId xmlns:a16="http://schemas.microsoft.com/office/drawing/2014/main" id="{FD078206-5824-4254-871F-19DB789DABB5}"/>
                    </a:ext>
                  </a:extLst>
                </p14:cNvPr>
                <p14:cNvContentPartPr/>
                <p14:nvPr/>
              </p14:nvContentPartPr>
              <p14:xfrm>
                <a:off x="9933463" y="2860867"/>
                <a:ext cx="225360" cy="275400"/>
              </p14:xfrm>
            </p:contentPart>
          </mc:Choice>
          <mc:Fallback xmlns="">
            <p:pic>
              <p:nvPicPr>
                <p:cNvPr id="316" name="Rokopis 315">
                  <a:extLst>
                    <a:ext uri="{FF2B5EF4-FFF2-40B4-BE49-F238E27FC236}">
                      <a16:creationId xmlns:a16="http://schemas.microsoft.com/office/drawing/2014/main" id="{FD078206-5824-4254-871F-19DB789DABB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929143" y="2856547"/>
                  <a:ext cx="2340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Skupina 318">
            <a:extLst>
              <a:ext uri="{FF2B5EF4-FFF2-40B4-BE49-F238E27FC236}">
                <a16:creationId xmlns:a16="http://schemas.microsoft.com/office/drawing/2014/main" id="{642B8B2E-4DA5-4AFA-8543-42C32B829BF8}"/>
              </a:ext>
            </a:extLst>
          </p:cNvPr>
          <p:cNvGrpSpPr/>
          <p:nvPr/>
        </p:nvGrpSpPr>
        <p:grpSpPr>
          <a:xfrm>
            <a:off x="9100423" y="3345067"/>
            <a:ext cx="1153800" cy="151560"/>
            <a:chOff x="9100423" y="3345067"/>
            <a:chExt cx="115380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17" name="Rokopis 316">
                  <a:extLst>
                    <a:ext uri="{FF2B5EF4-FFF2-40B4-BE49-F238E27FC236}">
                      <a16:creationId xmlns:a16="http://schemas.microsoft.com/office/drawing/2014/main" id="{E52C3F9D-4AB6-4E68-B361-DDF298C00C17}"/>
                    </a:ext>
                  </a:extLst>
                </p14:cNvPr>
                <p14:cNvContentPartPr/>
                <p14:nvPr/>
              </p14:nvContentPartPr>
              <p14:xfrm>
                <a:off x="9134263" y="3345067"/>
                <a:ext cx="1119960" cy="63360"/>
              </p14:xfrm>
            </p:contentPart>
          </mc:Choice>
          <mc:Fallback xmlns="">
            <p:pic>
              <p:nvPicPr>
                <p:cNvPr id="317" name="Rokopis 316">
                  <a:extLst>
                    <a:ext uri="{FF2B5EF4-FFF2-40B4-BE49-F238E27FC236}">
                      <a16:creationId xmlns:a16="http://schemas.microsoft.com/office/drawing/2014/main" id="{E52C3F9D-4AB6-4E68-B361-DDF298C00C1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29943" y="3340747"/>
                  <a:ext cx="1128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18" name="Rokopis 317">
                  <a:extLst>
                    <a:ext uri="{FF2B5EF4-FFF2-40B4-BE49-F238E27FC236}">
                      <a16:creationId xmlns:a16="http://schemas.microsoft.com/office/drawing/2014/main" id="{D77C4A8C-EC56-4D12-BAD9-7963F51E995E}"/>
                    </a:ext>
                  </a:extLst>
                </p14:cNvPr>
                <p14:cNvContentPartPr/>
                <p14:nvPr/>
              </p14:nvContentPartPr>
              <p14:xfrm>
                <a:off x="9100423" y="3408787"/>
                <a:ext cx="1053360" cy="87840"/>
              </p14:xfrm>
            </p:contentPart>
          </mc:Choice>
          <mc:Fallback xmlns="">
            <p:pic>
              <p:nvPicPr>
                <p:cNvPr id="318" name="Rokopis 317">
                  <a:extLst>
                    <a:ext uri="{FF2B5EF4-FFF2-40B4-BE49-F238E27FC236}">
                      <a16:creationId xmlns:a16="http://schemas.microsoft.com/office/drawing/2014/main" id="{D77C4A8C-EC56-4D12-BAD9-7963F51E99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96103" y="3404467"/>
                  <a:ext cx="1062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Skupina 340">
            <a:extLst>
              <a:ext uri="{FF2B5EF4-FFF2-40B4-BE49-F238E27FC236}">
                <a16:creationId xmlns:a16="http://schemas.microsoft.com/office/drawing/2014/main" id="{AB31FFE8-9ACD-4D18-B385-934270DB7072}"/>
              </a:ext>
            </a:extLst>
          </p:cNvPr>
          <p:cNvGrpSpPr/>
          <p:nvPr/>
        </p:nvGrpSpPr>
        <p:grpSpPr>
          <a:xfrm>
            <a:off x="6741703" y="3787507"/>
            <a:ext cx="1992240" cy="411480"/>
            <a:chOff x="6741703" y="3787507"/>
            <a:chExt cx="199224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22" name="Rokopis 321">
                  <a:extLst>
                    <a:ext uri="{FF2B5EF4-FFF2-40B4-BE49-F238E27FC236}">
                      <a16:creationId xmlns:a16="http://schemas.microsoft.com/office/drawing/2014/main" id="{957B41A9-769F-4CEF-B3D6-F6741CC71A12}"/>
                    </a:ext>
                  </a:extLst>
                </p14:cNvPr>
                <p14:cNvContentPartPr/>
                <p14:nvPr/>
              </p14:nvContentPartPr>
              <p14:xfrm>
                <a:off x="6741703" y="3791827"/>
                <a:ext cx="55440" cy="258480"/>
              </p14:xfrm>
            </p:contentPart>
          </mc:Choice>
          <mc:Fallback xmlns="">
            <p:pic>
              <p:nvPicPr>
                <p:cNvPr id="322" name="Rokopis 321">
                  <a:extLst>
                    <a:ext uri="{FF2B5EF4-FFF2-40B4-BE49-F238E27FC236}">
                      <a16:creationId xmlns:a16="http://schemas.microsoft.com/office/drawing/2014/main" id="{957B41A9-769F-4CEF-B3D6-F6741CC71A1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37383" y="3787507"/>
                  <a:ext cx="64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23" name="Rokopis 322">
                  <a:extLst>
                    <a:ext uri="{FF2B5EF4-FFF2-40B4-BE49-F238E27FC236}">
                      <a16:creationId xmlns:a16="http://schemas.microsoft.com/office/drawing/2014/main" id="{BD9964F6-BA65-4BF7-A38F-B23B7E04C546}"/>
                    </a:ext>
                  </a:extLst>
                </p14:cNvPr>
                <p14:cNvContentPartPr/>
                <p14:nvPr/>
              </p14:nvContentPartPr>
              <p14:xfrm>
                <a:off x="6862663" y="3980107"/>
                <a:ext cx="23760" cy="1440"/>
              </p14:xfrm>
            </p:contentPart>
          </mc:Choice>
          <mc:Fallback xmlns="">
            <p:pic>
              <p:nvPicPr>
                <p:cNvPr id="323" name="Rokopis 322">
                  <a:extLst>
                    <a:ext uri="{FF2B5EF4-FFF2-40B4-BE49-F238E27FC236}">
                      <a16:creationId xmlns:a16="http://schemas.microsoft.com/office/drawing/2014/main" id="{BD9964F6-BA65-4BF7-A38F-B23B7E04C54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58343" y="3975787"/>
                  <a:ext cx="324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4" name="Rokopis 323">
                  <a:extLst>
                    <a:ext uri="{FF2B5EF4-FFF2-40B4-BE49-F238E27FC236}">
                      <a16:creationId xmlns:a16="http://schemas.microsoft.com/office/drawing/2014/main" id="{C376E247-EBB7-4B7B-99A1-8972DF856D76}"/>
                    </a:ext>
                  </a:extLst>
                </p14:cNvPr>
                <p14:cNvContentPartPr/>
                <p14:nvPr/>
              </p14:nvContentPartPr>
              <p14:xfrm>
                <a:off x="6959863" y="3801907"/>
                <a:ext cx="91800" cy="234000"/>
              </p14:xfrm>
            </p:contentPart>
          </mc:Choice>
          <mc:Fallback xmlns="">
            <p:pic>
              <p:nvPicPr>
                <p:cNvPr id="324" name="Rokopis 323">
                  <a:extLst>
                    <a:ext uri="{FF2B5EF4-FFF2-40B4-BE49-F238E27FC236}">
                      <a16:creationId xmlns:a16="http://schemas.microsoft.com/office/drawing/2014/main" id="{C376E247-EBB7-4B7B-99A1-8972DF856D7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55543" y="3797587"/>
                  <a:ext cx="100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25" name="Rokopis 324">
                  <a:extLst>
                    <a:ext uri="{FF2B5EF4-FFF2-40B4-BE49-F238E27FC236}">
                      <a16:creationId xmlns:a16="http://schemas.microsoft.com/office/drawing/2014/main" id="{D8DB2EEC-40A5-453B-A829-5ECFF013ACF7}"/>
                    </a:ext>
                  </a:extLst>
                </p14:cNvPr>
                <p14:cNvContentPartPr/>
                <p14:nvPr/>
              </p14:nvContentPartPr>
              <p14:xfrm>
                <a:off x="6966343" y="3796147"/>
                <a:ext cx="106200" cy="243360"/>
              </p14:xfrm>
            </p:contentPart>
          </mc:Choice>
          <mc:Fallback xmlns="">
            <p:pic>
              <p:nvPicPr>
                <p:cNvPr id="325" name="Rokopis 324">
                  <a:extLst>
                    <a:ext uri="{FF2B5EF4-FFF2-40B4-BE49-F238E27FC236}">
                      <a16:creationId xmlns:a16="http://schemas.microsoft.com/office/drawing/2014/main" id="{D8DB2EEC-40A5-453B-A829-5ECFF013ACF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62023" y="3791827"/>
                  <a:ext cx="114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26" name="Rokopis 325">
                  <a:extLst>
                    <a:ext uri="{FF2B5EF4-FFF2-40B4-BE49-F238E27FC236}">
                      <a16:creationId xmlns:a16="http://schemas.microsoft.com/office/drawing/2014/main" id="{AB405B59-BECE-4367-95F1-1787CB718B6D}"/>
                    </a:ext>
                  </a:extLst>
                </p14:cNvPr>
                <p14:cNvContentPartPr/>
                <p14:nvPr/>
              </p14:nvContentPartPr>
              <p14:xfrm>
                <a:off x="7114663" y="3964627"/>
                <a:ext cx="134280" cy="153360"/>
              </p14:xfrm>
            </p:contentPart>
          </mc:Choice>
          <mc:Fallback xmlns="">
            <p:pic>
              <p:nvPicPr>
                <p:cNvPr id="326" name="Rokopis 325">
                  <a:extLst>
                    <a:ext uri="{FF2B5EF4-FFF2-40B4-BE49-F238E27FC236}">
                      <a16:creationId xmlns:a16="http://schemas.microsoft.com/office/drawing/2014/main" id="{AB405B59-BECE-4367-95F1-1787CB718B6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10343" y="3960307"/>
                  <a:ext cx="142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28" name="Rokopis 327">
                  <a:extLst>
                    <a:ext uri="{FF2B5EF4-FFF2-40B4-BE49-F238E27FC236}">
                      <a16:creationId xmlns:a16="http://schemas.microsoft.com/office/drawing/2014/main" id="{21AC0203-AD3F-414A-A4EB-562A4FCE9C7A}"/>
                    </a:ext>
                  </a:extLst>
                </p14:cNvPr>
                <p14:cNvContentPartPr/>
                <p14:nvPr/>
              </p14:nvContentPartPr>
              <p14:xfrm>
                <a:off x="7369183" y="3945907"/>
                <a:ext cx="134280" cy="8640"/>
              </p14:xfrm>
            </p:contentPart>
          </mc:Choice>
          <mc:Fallback xmlns="">
            <p:pic>
              <p:nvPicPr>
                <p:cNvPr id="328" name="Rokopis 327">
                  <a:extLst>
                    <a:ext uri="{FF2B5EF4-FFF2-40B4-BE49-F238E27FC236}">
                      <a16:creationId xmlns:a16="http://schemas.microsoft.com/office/drawing/2014/main" id="{21AC0203-AD3F-414A-A4EB-562A4FCE9C7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64863" y="3941587"/>
                  <a:ext cx="142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29" name="Rokopis 328">
                  <a:extLst>
                    <a:ext uri="{FF2B5EF4-FFF2-40B4-BE49-F238E27FC236}">
                      <a16:creationId xmlns:a16="http://schemas.microsoft.com/office/drawing/2014/main" id="{ED6E328C-A2C1-4083-9B7F-2CDE3E90460A}"/>
                    </a:ext>
                  </a:extLst>
                </p14:cNvPr>
                <p14:cNvContentPartPr/>
                <p14:nvPr/>
              </p14:nvContentPartPr>
              <p14:xfrm>
                <a:off x="7441183" y="3853387"/>
                <a:ext cx="47160" cy="192960"/>
              </p14:xfrm>
            </p:contentPart>
          </mc:Choice>
          <mc:Fallback xmlns="">
            <p:pic>
              <p:nvPicPr>
                <p:cNvPr id="329" name="Rokopis 328">
                  <a:extLst>
                    <a:ext uri="{FF2B5EF4-FFF2-40B4-BE49-F238E27FC236}">
                      <a16:creationId xmlns:a16="http://schemas.microsoft.com/office/drawing/2014/main" id="{ED6E328C-A2C1-4083-9B7F-2CDE3E90460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36863" y="3849067"/>
                  <a:ext cx="55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31" name="Rokopis 330">
                  <a:extLst>
                    <a:ext uri="{FF2B5EF4-FFF2-40B4-BE49-F238E27FC236}">
                      <a16:creationId xmlns:a16="http://schemas.microsoft.com/office/drawing/2014/main" id="{A3D4CBBA-6C0E-4343-92CE-483AA41CC2B1}"/>
                    </a:ext>
                  </a:extLst>
                </p14:cNvPr>
                <p14:cNvContentPartPr/>
                <p14:nvPr/>
              </p14:nvContentPartPr>
              <p14:xfrm>
                <a:off x="7637383" y="3817027"/>
                <a:ext cx="223560" cy="194760"/>
              </p14:xfrm>
            </p:contentPart>
          </mc:Choice>
          <mc:Fallback xmlns="">
            <p:pic>
              <p:nvPicPr>
                <p:cNvPr id="331" name="Rokopis 330">
                  <a:extLst>
                    <a:ext uri="{FF2B5EF4-FFF2-40B4-BE49-F238E27FC236}">
                      <a16:creationId xmlns:a16="http://schemas.microsoft.com/office/drawing/2014/main" id="{A3D4CBBA-6C0E-4343-92CE-483AA41CC2B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33063" y="3812707"/>
                  <a:ext cx="232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32" name="Rokopis 331">
                  <a:extLst>
                    <a:ext uri="{FF2B5EF4-FFF2-40B4-BE49-F238E27FC236}">
                      <a16:creationId xmlns:a16="http://schemas.microsoft.com/office/drawing/2014/main" id="{33B5ED62-673E-4EA9-BFF2-DC2C99DA24DB}"/>
                    </a:ext>
                  </a:extLst>
                </p14:cNvPr>
                <p14:cNvContentPartPr/>
                <p14:nvPr/>
              </p14:nvContentPartPr>
              <p14:xfrm>
                <a:off x="7947703" y="3933667"/>
                <a:ext cx="12960" cy="9000"/>
              </p14:xfrm>
            </p:contentPart>
          </mc:Choice>
          <mc:Fallback xmlns="">
            <p:pic>
              <p:nvPicPr>
                <p:cNvPr id="332" name="Rokopis 331">
                  <a:extLst>
                    <a:ext uri="{FF2B5EF4-FFF2-40B4-BE49-F238E27FC236}">
                      <a16:creationId xmlns:a16="http://schemas.microsoft.com/office/drawing/2014/main" id="{33B5ED62-673E-4EA9-BFF2-DC2C99DA24D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43383" y="3929347"/>
                  <a:ext cx="216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33" name="Rokopis 332">
                  <a:extLst>
                    <a:ext uri="{FF2B5EF4-FFF2-40B4-BE49-F238E27FC236}">
                      <a16:creationId xmlns:a16="http://schemas.microsoft.com/office/drawing/2014/main" id="{EE04E8C3-3417-45FB-AA0B-7EF85DB7CA7D}"/>
                    </a:ext>
                  </a:extLst>
                </p14:cNvPr>
                <p14:cNvContentPartPr/>
                <p14:nvPr/>
              </p14:nvContentPartPr>
              <p14:xfrm>
                <a:off x="8064343" y="3834307"/>
                <a:ext cx="144360" cy="228240"/>
              </p14:xfrm>
            </p:contentPart>
          </mc:Choice>
          <mc:Fallback xmlns="">
            <p:pic>
              <p:nvPicPr>
                <p:cNvPr id="333" name="Rokopis 332">
                  <a:extLst>
                    <a:ext uri="{FF2B5EF4-FFF2-40B4-BE49-F238E27FC236}">
                      <a16:creationId xmlns:a16="http://schemas.microsoft.com/office/drawing/2014/main" id="{EE04E8C3-3417-45FB-AA0B-7EF85DB7CA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060023" y="3829987"/>
                  <a:ext cx="153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34" name="Rokopis 333">
                  <a:extLst>
                    <a:ext uri="{FF2B5EF4-FFF2-40B4-BE49-F238E27FC236}">
                      <a16:creationId xmlns:a16="http://schemas.microsoft.com/office/drawing/2014/main" id="{21325D81-1D6B-4A5B-A0EA-C3544072BE14}"/>
                    </a:ext>
                  </a:extLst>
                </p14:cNvPr>
                <p14:cNvContentPartPr/>
                <p14:nvPr/>
              </p14:nvContentPartPr>
              <p14:xfrm>
                <a:off x="8074783" y="3787507"/>
                <a:ext cx="167400" cy="288000"/>
              </p14:xfrm>
            </p:contentPart>
          </mc:Choice>
          <mc:Fallback xmlns="">
            <p:pic>
              <p:nvPicPr>
                <p:cNvPr id="334" name="Rokopis 333">
                  <a:extLst>
                    <a:ext uri="{FF2B5EF4-FFF2-40B4-BE49-F238E27FC236}">
                      <a16:creationId xmlns:a16="http://schemas.microsoft.com/office/drawing/2014/main" id="{21325D81-1D6B-4A5B-A0EA-C3544072BE1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70463" y="3783187"/>
                  <a:ext cx="176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35" name="Rokopis 334">
                  <a:extLst>
                    <a:ext uri="{FF2B5EF4-FFF2-40B4-BE49-F238E27FC236}">
                      <a16:creationId xmlns:a16="http://schemas.microsoft.com/office/drawing/2014/main" id="{4119D877-3862-4C90-9726-950A31864994}"/>
                    </a:ext>
                  </a:extLst>
                </p14:cNvPr>
                <p14:cNvContentPartPr/>
                <p14:nvPr/>
              </p14:nvContentPartPr>
              <p14:xfrm>
                <a:off x="8312023" y="3987307"/>
                <a:ext cx="132480" cy="211680"/>
              </p14:xfrm>
            </p:contentPart>
          </mc:Choice>
          <mc:Fallback xmlns="">
            <p:pic>
              <p:nvPicPr>
                <p:cNvPr id="335" name="Rokopis 334">
                  <a:extLst>
                    <a:ext uri="{FF2B5EF4-FFF2-40B4-BE49-F238E27FC236}">
                      <a16:creationId xmlns:a16="http://schemas.microsoft.com/office/drawing/2014/main" id="{4119D877-3862-4C90-9726-950A3186499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07703" y="3982987"/>
                  <a:ext cx="14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36" name="Rokopis 335">
                  <a:extLst>
                    <a:ext uri="{FF2B5EF4-FFF2-40B4-BE49-F238E27FC236}">
                      <a16:creationId xmlns:a16="http://schemas.microsoft.com/office/drawing/2014/main" id="{D523691A-D706-4786-BB77-D27970FF11F1}"/>
                    </a:ext>
                  </a:extLst>
                </p14:cNvPr>
                <p14:cNvContentPartPr/>
                <p14:nvPr/>
              </p14:nvContentPartPr>
              <p14:xfrm>
                <a:off x="8604703" y="4092787"/>
                <a:ext cx="122760" cy="11880"/>
              </p14:xfrm>
            </p:contentPart>
          </mc:Choice>
          <mc:Fallback xmlns="">
            <p:pic>
              <p:nvPicPr>
                <p:cNvPr id="336" name="Rokopis 335">
                  <a:extLst>
                    <a:ext uri="{FF2B5EF4-FFF2-40B4-BE49-F238E27FC236}">
                      <a16:creationId xmlns:a16="http://schemas.microsoft.com/office/drawing/2014/main" id="{D523691A-D706-4786-BB77-D27970FF11F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00383" y="4088467"/>
                  <a:ext cx="131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37" name="Rokopis 336">
                  <a:extLst>
                    <a:ext uri="{FF2B5EF4-FFF2-40B4-BE49-F238E27FC236}">
                      <a16:creationId xmlns:a16="http://schemas.microsoft.com/office/drawing/2014/main" id="{3D89160D-6EE3-4CE9-9AAE-248E2CBAE87E}"/>
                    </a:ext>
                  </a:extLst>
                </p14:cNvPr>
                <p14:cNvContentPartPr/>
                <p14:nvPr/>
              </p14:nvContentPartPr>
              <p14:xfrm>
                <a:off x="8553583" y="4006027"/>
                <a:ext cx="180360" cy="9720"/>
              </p14:xfrm>
            </p:contentPart>
          </mc:Choice>
          <mc:Fallback xmlns="">
            <p:pic>
              <p:nvPicPr>
                <p:cNvPr id="337" name="Rokopis 336">
                  <a:extLst>
                    <a:ext uri="{FF2B5EF4-FFF2-40B4-BE49-F238E27FC236}">
                      <a16:creationId xmlns:a16="http://schemas.microsoft.com/office/drawing/2014/main" id="{3D89160D-6EE3-4CE9-9AAE-248E2CBAE87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49263" y="4001707"/>
                  <a:ext cx="18900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Skupina 339">
            <a:extLst>
              <a:ext uri="{FF2B5EF4-FFF2-40B4-BE49-F238E27FC236}">
                <a16:creationId xmlns:a16="http://schemas.microsoft.com/office/drawing/2014/main" id="{3E03C74A-FB7A-494A-8E82-0608D340D3B1}"/>
              </a:ext>
            </a:extLst>
          </p:cNvPr>
          <p:cNvGrpSpPr/>
          <p:nvPr/>
        </p:nvGrpSpPr>
        <p:grpSpPr>
          <a:xfrm>
            <a:off x="9041023" y="3930427"/>
            <a:ext cx="445680" cy="288360"/>
            <a:chOff x="9041023" y="3930427"/>
            <a:chExt cx="44568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38" name="Rokopis 337">
                  <a:extLst>
                    <a:ext uri="{FF2B5EF4-FFF2-40B4-BE49-F238E27FC236}">
                      <a16:creationId xmlns:a16="http://schemas.microsoft.com/office/drawing/2014/main" id="{BF4022C9-BB61-4163-B267-A0CF144FEEB0}"/>
                    </a:ext>
                  </a:extLst>
                </p14:cNvPr>
                <p14:cNvContentPartPr/>
                <p14:nvPr/>
              </p14:nvContentPartPr>
              <p14:xfrm>
                <a:off x="9041023" y="3930427"/>
                <a:ext cx="106200" cy="253440"/>
              </p14:xfrm>
            </p:contentPart>
          </mc:Choice>
          <mc:Fallback xmlns="">
            <p:pic>
              <p:nvPicPr>
                <p:cNvPr id="338" name="Rokopis 337">
                  <a:extLst>
                    <a:ext uri="{FF2B5EF4-FFF2-40B4-BE49-F238E27FC236}">
                      <a16:creationId xmlns:a16="http://schemas.microsoft.com/office/drawing/2014/main" id="{BF4022C9-BB61-4163-B267-A0CF144FEEB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36703" y="3926107"/>
                  <a:ext cx="114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39" name="Rokopis 338">
                  <a:extLst>
                    <a:ext uri="{FF2B5EF4-FFF2-40B4-BE49-F238E27FC236}">
                      <a16:creationId xmlns:a16="http://schemas.microsoft.com/office/drawing/2014/main" id="{7CCD9D74-E645-49B9-A689-962B8E2C7071}"/>
                    </a:ext>
                  </a:extLst>
                </p14:cNvPr>
                <p14:cNvContentPartPr/>
                <p14:nvPr/>
              </p14:nvContentPartPr>
              <p14:xfrm>
                <a:off x="9237943" y="3982267"/>
                <a:ext cx="248760" cy="236520"/>
              </p14:xfrm>
            </p:contentPart>
          </mc:Choice>
          <mc:Fallback xmlns="">
            <p:pic>
              <p:nvPicPr>
                <p:cNvPr id="339" name="Rokopis 338">
                  <a:extLst>
                    <a:ext uri="{FF2B5EF4-FFF2-40B4-BE49-F238E27FC236}">
                      <a16:creationId xmlns:a16="http://schemas.microsoft.com/office/drawing/2014/main" id="{7CCD9D74-E645-49B9-A689-962B8E2C707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33623" y="3977947"/>
                  <a:ext cx="25740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Skupina 350">
            <a:extLst>
              <a:ext uri="{FF2B5EF4-FFF2-40B4-BE49-F238E27FC236}">
                <a16:creationId xmlns:a16="http://schemas.microsoft.com/office/drawing/2014/main" id="{A10A87B3-76C0-49D5-A610-22C9F0FCFCE0}"/>
              </a:ext>
            </a:extLst>
          </p:cNvPr>
          <p:cNvGrpSpPr/>
          <p:nvPr/>
        </p:nvGrpSpPr>
        <p:grpSpPr>
          <a:xfrm>
            <a:off x="6851143" y="4440187"/>
            <a:ext cx="1444680" cy="617760"/>
            <a:chOff x="6851143" y="4440187"/>
            <a:chExt cx="144468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42" name="Rokopis 341">
                  <a:extLst>
                    <a:ext uri="{FF2B5EF4-FFF2-40B4-BE49-F238E27FC236}">
                      <a16:creationId xmlns:a16="http://schemas.microsoft.com/office/drawing/2014/main" id="{32058EE5-8CB8-4AE0-8E15-EFCBD8356558}"/>
                    </a:ext>
                  </a:extLst>
                </p14:cNvPr>
                <p14:cNvContentPartPr/>
                <p14:nvPr/>
              </p14:nvContentPartPr>
              <p14:xfrm>
                <a:off x="6851143" y="4440187"/>
                <a:ext cx="177840" cy="309960"/>
              </p14:xfrm>
            </p:contentPart>
          </mc:Choice>
          <mc:Fallback xmlns="">
            <p:pic>
              <p:nvPicPr>
                <p:cNvPr id="342" name="Rokopis 341">
                  <a:extLst>
                    <a:ext uri="{FF2B5EF4-FFF2-40B4-BE49-F238E27FC236}">
                      <a16:creationId xmlns:a16="http://schemas.microsoft.com/office/drawing/2014/main" id="{32058EE5-8CB8-4AE0-8E15-EFCBD835655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46823" y="4435867"/>
                  <a:ext cx="1864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43" name="Rokopis 342">
                  <a:extLst>
                    <a:ext uri="{FF2B5EF4-FFF2-40B4-BE49-F238E27FC236}">
                      <a16:creationId xmlns:a16="http://schemas.microsoft.com/office/drawing/2014/main" id="{525F4DB5-360A-4154-AB08-A3CAFC8367CE}"/>
                    </a:ext>
                  </a:extLst>
                </p14:cNvPr>
                <p14:cNvContentPartPr/>
                <p14:nvPr/>
              </p14:nvContentPartPr>
              <p14:xfrm>
                <a:off x="6860503" y="4477987"/>
                <a:ext cx="155160" cy="278280"/>
              </p14:xfrm>
            </p:contentPart>
          </mc:Choice>
          <mc:Fallback xmlns="">
            <p:pic>
              <p:nvPicPr>
                <p:cNvPr id="343" name="Rokopis 342">
                  <a:extLst>
                    <a:ext uri="{FF2B5EF4-FFF2-40B4-BE49-F238E27FC236}">
                      <a16:creationId xmlns:a16="http://schemas.microsoft.com/office/drawing/2014/main" id="{525F4DB5-360A-4154-AB08-A3CAFC8367C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856183" y="4473667"/>
                  <a:ext cx="163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44" name="Rokopis 343">
                  <a:extLst>
                    <a:ext uri="{FF2B5EF4-FFF2-40B4-BE49-F238E27FC236}">
                      <a16:creationId xmlns:a16="http://schemas.microsoft.com/office/drawing/2014/main" id="{EFE430BD-3757-4878-8E20-619792AF342B}"/>
                    </a:ext>
                  </a:extLst>
                </p14:cNvPr>
                <p14:cNvContentPartPr/>
                <p14:nvPr/>
              </p14:nvContentPartPr>
              <p14:xfrm>
                <a:off x="7080103" y="4688587"/>
                <a:ext cx="141480" cy="172800"/>
              </p14:xfrm>
            </p:contentPart>
          </mc:Choice>
          <mc:Fallback xmlns="">
            <p:pic>
              <p:nvPicPr>
                <p:cNvPr id="344" name="Rokopis 343">
                  <a:extLst>
                    <a:ext uri="{FF2B5EF4-FFF2-40B4-BE49-F238E27FC236}">
                      <a16:creationId xmlns:a16="http://schemas.microsoft.com/office/drawing/2014/main" id="{EFE430BD-3757-4878-8E20-619792AF342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75783" y="4684267"/>
                  <a:ext cx="150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45" name="Rokopis 344">
                  <a:extLst>
                    <a:ext uri="{FF2B5EF4-FFF2-40B4-BE49-F238E27FC236}">
                      <a16:creationId xmlns:a16="http://schemas.microsoft.com/office/drawing/2014/main" id="{21D8B66F-3F86-45B1-963E-1733E0B98A36}"/>
                    </a:ext>
                  </a:extLst>
                </p14:cNvPr>
                <p14:cNvContentPartPr/>
                <p14:nvPr/>
              </p14:nvContentPartPr>
              <p14:xfrm>
                <a:off x="7416343" y="4734307"/>
                <a:ext cx="147960" cy="3600"/>
              </p14:xfrm>
            </p:contentPart>
          </mc:Choice>
          <mc:Fallback xmlns="">
            <p:pic>
              <p:nvPicPr>
                <p:cNvPr id="345" name="Rokopis 344">
                  <a:extLst>
                    <a:ext uri="{FF2B5EF4-FFF2-40B4-BE49-F238E27FC236}">
                      <a16:creationId xmlns:a16="http://schemas.microsoft.com/office/drawing/2014/main" id="{21D8B66F-3F86-45B1-963E-1733E0B98A3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12023" y="4729987"/>
                  <a:ext cx="1566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46" name="Rokopis 345">
                  <a:extLst>
                    <a:ext uri="{FF2B5EF4-FFF2-40B4-BE49-F238E27FC236}">
                      <a16:creationId xmlns:a16="http://schemas.microsoft.com/office/drawing/2014/main" id="{BA6B29AF-C65B-4669-A316-95384561C22A}"/>
                    </a:ext>
                  </a:extLst>
                </p14:cNvPr>
                <p14:cNvContentPartPr/>
                <p14:nvPr/>
              </p14:nvContentPartPr>
              <p14:xfrm>
                <a:off x="7393303" y="4663387"/>
                <a:ext cx="175680" cy="21600"/>
              </p14:xfrm>
            </p:contentPart>
          </mc:Choice>
          <mc:Fallback xmlns="">
            <p:pic>
              <p:nvPicPr>
                <p:cNvPr id="346" name="Rokopis 345">
                  <a:extLst>
                    <a:ext uri="{FF2B5EF4-FFF2-40B4-BE49-F238E27FC236}">
                      <a16:creationId xmlns:a16="http://schemas.microsoft.com/office/drawing/2014/main" id="{BA6B29AF-C65B-4669-A316-95384561C22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88983" y="4659067"/>
                  <a:ext cx="184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47" name="Rokopis 346">
                  <a:extLst>
                    <a:ext uri="{FF2B5EF4-FFF2-40B4-BE49-F238E27FC236}">
                      <a16:creationId xmlns:a16="http://schemas.microsoft.com/office/drawing/2014/main" id="{53DEF407-2A34-441A-9BA5-4A23B85DE5B7}"/>
                    </a:ext>
                  </a:extLst>
                </p14:cNvPr>
                <p14:cNvContentPartPr/>
                <p14:nvPr/>
              </p14:nvContentPartPr>
              <p14:xfrm>
                <a:off x="7851583" y="4509307"/>
                <a:ext cx="354600" cy="282600"/>
              </p14:xfrm>
            </p:contentPart>
          </mc:Choice>
          <mc:Fallback xmlns="">
            <p:pic>
              <p:nvPicPr>
                <p:cNvPr id="347" name="Rokopis 346">
                  <a:extLst>
                    <a:ext uri="{FF2B5EF4-FFF2-40B4-BE49-F238E27FC236}">
                      <a16:creationId xmlns:a16="http://schemas.microsoft.com/office/drawing/2014/main" id="{53DEF407-2A34-441A-9BA5-4A23B85DE5B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47263" y="4504987"/>
                  <a:ext cx="363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348" name="Rokopis 347">
                  <a:extLst>
                    <a:ext uri="{FF2B5EF4-FFF2-40B4-BE49-F238E27FC236}">
                      <a16:creationId xmlns:a16="http://schemas.microsoft.com/office/drawing/2014/main" id="{29D60379-84F9-418D-A228-B6F4813A1214}"/>
                    </a:ext>
                  </a:extLst>
                </p14:cNvPr>
                <p14:cNvContentPartPr/>
                <p14:nvPr/>
              </p14:nvContentPartPr>
              <p14:xfrm>
                <a:off x="6896503" y="4926187"/>
                <a:ext cx="1364400" cy="36000"/>
              </p14:xfrm>
            </p:contentPart>
          </mc:Choice>
          <mc:Fallback xmlns="">
            <p:pic>
              <p:nvPicPr>
                <p:cNvPr id="348" name="Rokopis 347">
                  <a:extLst>
                    <a:ext uri="{FF2B5EF4-FFF2-40B4-BE49-F238E27FC236}">
                      <a16:creationId xmlns:a16="http://schemas.microsoft.com/office/drawing/2014/main" id="{29D60379-84F9-418D-A228-B6F4813A121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92183" y="4921867"/>
                  <a:ext cx="1373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49" name="Rokopis 348">
                  <a:extLst>
                    <a:ext uri="{FF2B5EF4-FFF2-40B4-BE49-F238E27FC236}">
                      <a16:creationId xmlns:a16="http://schemas.microsoft.com/office/drawing/2014/main" id="{87FB885C-F086-4250-9EE0-A614E20E23A4}"/>
                    </a:ext>
                  </a:extLst>
                </p14:cNvPr>
                <p14:cNvContentPartPr/>
                <p14:nvPr/>
              </p14:nvContentPartPr>
              <p14:xfrm>
                <a:off x="6905143" y="4974787"/>
                <a:ext cx="1390680" cy="83160"/>
              </p14:xfrm>
            </p:contentPart>
          </mc:Choice>
          <mc:Fallback xmlns="">
            <p:pic>
              <p:nvPicPr>
                <p:cNvPr id="349" name="Rokopis 348">
                  <a:extLst>
                    <a:ext uri="{FF2B5EF4-FFF2-40B4-BE49-F238E27FC236}">
                      <a16:creationId xmlns:a16="http://schemas.microsoft.com/office/drawing/2014/main" id="{87FB885C-F086-4250-9EE0-A614E20E23A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00823" y="4970467"/>
                  <a:ext cx="13993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Skupina 377">
            <a:extLst>
              <a:ext uri="{FF2B5EF4-FFF2-40B4-BE49-F238E27FC236}">
                <a16:creationId xmlns:a16="http://schemas.microsoft.com/office/drawing/2014/main" id="{098F755E-51F0-4ABF-B1BC-EE7433A0EDF9}"/>
              </a:ext>
            </a:extLst>
          </p:cNvPr>
          <p:cNvGrpSpPr/>
          <p:nvPr/>
        </p:nvGrpSpPr>
        <p:grpSpPr>
          <a:xfrm>
            <a:off x="6648463" y="5420107"/>
            <a:ext cx="3870000" cy="539640"/>
            <a:chOff x="6648463" y="5420107"/>
            <a:chExt cx="387000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52" name="Rokopis 351">
                  <a:extLst>
                    <a:ext uri="{FF2B5EF4-FFF2-40B4-BE49-F238E27FC236}">
                      <a16:creationId xmlns:a16="http://schemas.microsoft.com/office/drawing/2014/main" id="{7D88AB68-FA45-449E-847A-16702E1815CD}"/>
                    </a:ext>
                  </a:extLst>
                </p14:cNvPr>
                <p14:cNvContentPartPr/>
                <p14:nvPr/>
              </p14:nvContentPartPr>
              <p14:xfrm>
                <a:off x="6648463" y="5439547"/>
                <a:ext cx="61920" cy="288720"/>
              </p14:xfrm>
            </p:contentPart>
          </mc:Choice>
          <mc:Fallback xmlns="">
            <p:pic>
              <p:nvPicPr>
                <p:cNvPr id="352" name="Rokopis 351">
                  <a:extLst>
                    <a:ext uri="{FF2B5EF4-FFF2-40B4-BE49-F238E27FC236}">
                      <a16:creationId xmlns:a16="http://schemas.microsoft.com/office/drawing/2014/main" id="{7D88AB68-FA45-449E-847A-16702E1815C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644143" y="5435227"/>
                  <a:ext cx="70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53" name="Rokopis 352">
                  <a:extLst>
                    <a:ext uri="{FF2B5EF4-FFF2-40B4-BE49-F238E27FC236}">
                      <a16:creationId xmlns:a16="http://schemas.microsoft.com/office/drawing/2014/main" id="{E3DD76C3-9E3B-4117-A756-427BEB9C7F44}"/>
                    </a:ext>
                  </a:extLst>
                </p14:cNvPr>
                <p14:cNvContentPartPr/>
                <p14:nvPr/>
              </p14:nvContentPartPr>
              <p14:xfrm>
                <a:off x="6769423" y="5610907"/>
                <a:ext cx="17280" cy="9720"/>
              </p14:xfrm>
            </p:contentPart>
          </mc:Choice>
          <mc:Fallback xmlns="">
            <p:pic>
              <p:nvPicPr>
                <p:cNvPr id="353" name="Rokopis 352">
                  <a:extLst>
                    <a:ext uri="{FF2B5EF4-FFF2-40B4-BE49-F238E27FC236}">
                      <a16:creationId xmlns:a16="http://schemas.microsoft.com/office/drawing/2014/main" id="{E3DD76C3-9E3B-4117-A756-427BEB9C7F4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65103" y="5606587"/>
                  <a:ext cx="25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54" name="Rokopis 353">
                  <a:extLst>
                    <a:ext uri="{FF2B5EF4-FFF2-40B4-BE49-F238E27FC236}">
                      <a16:creationId xmlns:a16="http://schemas.microsoft.com/office/drawing/2014/main" id="{7E2B5423-E61E-4AA2-9542-6BC11B355B56}"/>
                    </a:ext>
                  </a:extLst>
                </p14:cNvPr>
                <p14:cNvContentPartPr/>
                <p14:nvPr/>
              </p14:nvContentPartPr>
              <p14:xfrm>
                <a:off x="6883903" y="5432707"/>
                <a:ext cx="102240" cy="287280"/>
              </p14:xfrm>
            </p:contentPart>
          </mc:Choice>
          <mc:Fallback xmlns="">
            <p:pic>
              <p:nvPicPr>
                <p:cNvPr id="354" name="Rokopis 353">
                  <a:extLst>
                    <a:ext uri="{FF2B5EF4-FFF2-40B4-BE49-F238E27FC236}">
                      <a16:creationId xmlns:a16="http://schemas.microsoft.com/office/drawing/2014/main" id="{7E2B5423-E61E-4AA2-9542-6BC11B355B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879583" y="5428387"/>
                  <a:ext cx="110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55" name="Rokopis 354">
                  <a:extLst>
                    <a:ext uri="{FF2B5EF4-FFF2-40B4-BE49-F238E27FC236}">
                      <a16:creationId xmlns:a16="http://schemas.microsoft.com/office/drawing/2014/main" id="{2C817494-DB45-4E49-9DBB-CA476430C000}"/>
                    </a:ext>
                  </a:extLst>
                </p14:cNvPr>
                <p14:cNvContentPartPr/>
                <p14:nvPr/>
              </p14:nvContentPartPr>
              <p14:xfrm>
                <a:off x="6862663" y="5424067"/>
                <a:ext cx="131760" cy="295920"/>
              </p14:xfrm>
            </p:contentPart>
          </mc:Choice>
          <mc:Fallback xmlns="">
            <p:pic>
              <p:nvPicPr>
                <p:cNvPr id="355" name="Rokopis 354">
                  <a:extLst>
                    <a:ext uri="{FF2B5EF4-FFF2-40B4-BE49-F238E27FC236}">
                      <a16:creationId xmlns:a16="http://schemas.microsoft.com/office/drawing/2014/main" id="{2C817494-DB45-4E49-9DBB-CA476430C00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58343" y="5419747"/>
                  <a:ext cx="140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56" name="Rokopis 355">
                  <a:extLst>
                    <a:ext uri="{FF2B5EF4-FFF2-40B4-BE49-F238E27FC236}">
                      <a16:creationId xmlns:a16="http://schemas.microsoft.com/office/drawing/2014/main" id="{3CFF4B2A-DCC2-4F46-AC63-69831FE0A342}"/>
                    </a:ext>
                  </a:extLst>
                </p14:cNvPr>
                <p14:cNvContentPartPr/>
                <p14:nvPr/>
              </p14:nvContentPartPr>
              <p14:xfrm>
                <a:off x="7049143" y="5613787"/>
                <a:ext cx="93600" cy="185040"/>
              </p14:xfrm>
            </p:contentPart>
          </mc:Choice>
          <mc:Fallback xmlns="">
            <p:pic>
              <p:nvPicPr>
                <p:cNvPr id="356" name="Rokopis 355">
                  <a:extLst>
                    <a:ext uri="{FF2B5EF4-FFF2-40B4-BE49-F238E27FC236}">
                      <a16:creationId xmlns:a16="http://schemas.microsoft.com/office/drawing/2014/main" id="{3CFF4B2A-DCC2-4F46-AC63-69831FE0A34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44823" y="5609467"/>
                  <a:ext cx="102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57" name="Rokopis 356">
                  <a:extLst>
                    <a:ext uri="{FF2B5EF4-FFF2-40B4-BE49-F238E27FC236}">
                      <a16:creationId xmlns:a16="http://schemas.microsoft.com/office/drawing/2014/main" id="{76AE2B3C-34DD-40C9-B7A9-556B206090CA}"/>
                    </a:ext>
                  </a:extLst>
                </p14:cNvPr>
                <p14:cNvContentPartPr/>
                <p14:nvPr/>
              </p14:nvContentPartPr>
              <p14:xfrm>
                <a:off x="7324543" y="5630347"/>
                <a:ext cx="160200" cy="11160"/>
              </p14:xfrm>
            </p:contentPart>
          </mc:Choice>
          <mc:Fallback xmlns="">
            <p:pic>
              <p:nvPicPr>
                <p:cNvPr id="357" name="Rokopis 356">
                  <a:extLst>
                    <a:ext uri="{FF2B5EF4-FFF2-40B4-BE49-F238E27FC236}">
                      <a16:creationId xmlns:a16="http://schemas.microsoft.com/office/drawing/2014/main" id="{76AE2B3C-34DD-40C9-B7A9-556B206090C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320223" y="5626027"/>
                  <a:ext cx="168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58" name="Rokopis 357">
                  <a:extLst>
                    <a:ext uri="{FF2B5EF4-FFF2-40B4-BE49-F238E27FC236}">
                      <a16:creationId xmlns:a16="http://schemas.microsoft.com/office/drawing/2014/main" id="{B983DE4C-DB01-459B-A390-5A356892B306}"/>
                    </a:ext>
                  </a:extLst>
                </p14:cNvPr>
                <p14:cNvContentPartPr/>
                <p14:nvPr/>
              </p14:nvContentPartPr>
              <p14:xfrm>
                <a:off x="7407343" y="5577427"/>
                <a:ext cx="38520" cy="176760"/>
              </p14:xfrm>
            </p:contentPart>
          </mc:Choice>
          <mc:Fallback xmlns="">
            <p:pic>
              <p:nvPicPr>
                <p:cNvPr id="358" name="Rokopis 357">
                  <a:extLst>
                    <a:ext uri="{FF2B5EF4-FFF2-40B4-BE49-F238E27FC236}">
                      <a16:creationId xmlns:a16="http://schemas.microsoft.com/office/drawing/2014/main" id="{B983DE4C-DB01-459B-A390-5A356892B30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403023" y="5573107"/>
                  <a:ext cx="47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59" name="Rokopis 358">
                  <a:extLst>
                    <a:ext uri="{FF2B5EF4-FFF2-40B4-BE49-F238E27FC236}">
                      <a16:creationId xmlns:a16="http://schemas.microsoft.com/office/drawing/2014/main" id="{4FC5CA97-EC18-4D19-BBC3-B8D062DDB18B}"/>
                    </a:ext>
                  </a:extLst>
                </p14:cNvPr>
                <p14:cNvContentPartPr/>
                <p14:nvPr/>
              </p14:nvContentPartPr>
              <p14:xfrm>
                <a:off x="7582663" y="5528107"/>
                <a:ext cx="214920" cy="286200"/>
              </p14:xfrm>
            </p:contentPart>
          </mc:Choice>
          <mc:Fallback xmlns="">
            <p:pic>
              <p:nvPicPr>
                <p:cNvPr id="359" name="Rokopis 358">
                  <a:extLst>
                    <a:ext uri="{FF2B5EF4-FFF2-40B4-BE49-F238E27FC236}">
                      <a16:creationId xmlns:a16="http://schemas.microsoft.com/office/drawing/2014/main" id="{4FC5CA97-EC18-4D19-BBC3-B8D062DDB18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578343" y="5523787"/>
                  <a:ext cx="2235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60" name="Rokopis 359">
                  <a:extLst>
                    <a:ext uri="{FF2B5EF4-FFF2-40B4-BE49-F238E27FC236}">
                      <a16:creationId xmlns:a16="http://schemas.microsoft.com/office/drawing/2014/main" id="{8F57D360-06D4-4D30-BE62-EB1F1B05967B}"/>
                    </a:ext>
                  </a:extLst>
                </p14:cNvPr>
                <p14:cNvContentPartPr/>
                <p14:nvPr/>
              </p14:nvContentPartPr>
              <p14:xfrm>
                <a:off x="7873543" y="5660587"/>
                <a:ext cx="9000" cy="12600"/>
              </p14:xfrm>
            </p:contentPart>
          </mc:Choice>
          <mc:Fallback xmlns="">
            <p:pic>
              <p:nvPicPr>
                <p:cNvPr id="360" name="Rokopis 359">
                  <a:extLst>
                    <a:ext uri="{FF2B5EF4-FFF2-40B4-BE49-F238E27FC236}">
                      <a16:creationId xmlns:a16="http://schemas.microsoft.com/office/drawing/2014/main" id="{8F57D360-06D4-4D30-BE62-EB1F1B05967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869223" y="5656267"/>
                  <a:ext cx="17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61" name="Rokopis 360">
                  <a:extLst>
                    <a:ext uri="{FF2B5EF4-FFF2-40B4-BE49-F238E27FC236}">
                      <a16:creationId xmlns:a16="http://schemas.microsoft.com/office/drawing/2014/main" id="{53000915-B7BF-498C-A9F6-2D260EEF7E51}"/>
                    </a:ext>
                  </a:extLst>
                </p14:cNvPr>
                <p14:cNvContentPartPr/>
                <p14:nvPr/>
              </p14:nvContentPartPr>
              <p14:xfrm>
                <a:off x="7971103" y="5445667"/>
                <a:ext cx="176400" cy="317160"/>
              </p14:xfrm>
            </p:contentPart>
          </mc:Choice>
          <mc:Fallback xmlns="">
            <p:pic>
              <p:nvPicPr>
                <p:cNvPr id="361" name="Rokopis 360">
                  <a:extLst>
                    <a:ext uri="{FF2B5EF4-FFF2-40B4-BE49-F238E27FC236}">
                      <a16:creationId xmlns:a16="http://schemas.microsoft.com/office/drawing/2014/main" id="{53000915-B7BF-498C-A9F6-2D260EEF7E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66783" y="5441347"/>
                  <a:ext cx="185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62" name="Rokopis 361">
                  <a:extLst>
                    <a:ext uri="{FF2B5EF4-FFF2-40B4-BE49-F238E27FC236}">
                      <a16:creationId xmlns:a16="http://schemas.microsoft.com/office/drawing/2014/main" id="{D6263573-C883-4B73-9A1F-A548B8970FE5}"/>
                    </a:ext>
                  </a:extLst>
                </p14:cNvPr>
                <p14:cNvContentPartPr/>
                <p14:nvPr/>
              </p14:nvContentPartPr>
              <p14:xfrm>
                <a:off x="7952023" y="5462947"/>
                <a:ext cx="199440" cy="331920"/>
              </p14:xfrm>
            </p:contentPart>
          </mc:Choice>
          <mc:Fallback xmlns="">
            <p:pic>
              <p:nvPicPr>
                <p:cNvPr id="362" name="Rokopis 361">
                  <a:extLst>
                    <a:ext uri="{FF2B5EF4-FFF2-40B4-BE49-F238E27FC236}">
                      <a16:creationId xmlns:a16="http://schemas.microsoft.com/office/drawing/2014/main" id="{D6263573-C883-4B73-9A1F-A548B8970FE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947703" y="5458627"/>
                  <a:ext cx="208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63" name="Rokopis 362">
                  <a:extLst>
                    <a:ext uri="{FF2B5EF4-FFF2-40B4-BE49-F238E27FC236}">
                      <a16:creationId xmlns:a16="http://schemas.microsoft.com/office/drawing/2014/main" id="{5160585A-E923-4EC6-8876-CC0D19E41B97}"/>
                    </a:ext>
                  </a:extLst>
                </p14:cNvPr>
                <p14:cNvContentPartPr/>
                <p14:nvPr/>
              </p14:nvContentPartPr>
              <p14:xfrm>
                <a:off x="8195743" y="5666347"/>
                <a:ext cx="218520" cy="146880"/>
              </p14:xfrm>
            </p:contentPart>
          </mc:Choice>
          <mc:Fallback xmlns="">
            <p:pic>
              <p:nvPicPr>
                <p:cNvPr id="363" name="Rokopis 362">
                  <a:extLst>
                    <a:ext uri="{FF2B5EF4-FFF2-40B4-BE49-F238E27FC236}">
                      <a16:creationId xmlns:a16="http://schemas.microsoft.com/office/drawing/2014/main" id="{5160585A-E923-4EC6-8876-CC0D19E41B9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91423" y="5662027"/>
                  <a:ext cx="227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64" name="Rokopis 363">
                  <a:extLst>
                    <a:ext uri="{FF2B5EF4-FFF2-40B4-BE49-F238E27FC236}">
                      <a16:creationId xmlns:a16="http://schemas.microsoft.com/office/drawing/2014/main" id="{43AE6EBE-71A3-4AAD-A6E8-5919CFB5559D}"/>
                    </a:ext>
                  </a:extLst>
                </p14:cNvPr>
                <p14:cNvContentPartPr/>
                <p14:nvPr/>
              </p14:nvContentPartPr>
              <p14:xfrm>
                <a:off x="8454223" y="5676787"/>
                <a:ext cx="180360" cy="17640"/>
              </p14:xfrm>
            </p:contentPart>
          </mc:Choice>
          <mc:Fallback xmlns="">
            <p:pic>
              <p:nvPicPr>
                <p:cNvPr id="364" name="Rokopis 363">
                  <a:extLst>
                    <a:ext uri="{FF2B5EF4-FFF2-40B4-BE49-F238E27FC236}">
                      <a16:creationId xmlns:a16="http://schemas.microsoft.com/office/drawing/2014/main" id="{43AE6EBE-71A3-4AAD-A6E8-5919CFB5559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49903" y="5672467"/>
                  <a:ext cx="189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65" name="Rokopis 364">
                  <a:extLst>
                    <a:ext uri="{FF2B5EF4-FFF2-40B4-BE49-F238E27FC236}">
                      <a16:creationId xmlns:a16="http://schemas.microsoft.com/office/drawing/2014/main" id="{92C29E18-B360-405D-988B-B2A75DE04A32}"/>
                    </a:ext>
                  </a:extLst>
                </p14:cNvPr>
                <p14:cNvContentPartPr/>
                <p14:nvPr/>
              </p14:nvContentPartPr>
              <p14:xfrm>
                <a:off x="8572663" y="5577427"/>
                <a:ext cx="36360" cy="214920"/>
              </p14:xfrm>
            </p:contentPart>
          </mc:Choice>
          <mc:Fallback xmlns="">
            <p:pic>
              <p:nvPicPr>
                <p:cNvPr id="365" name="Rokopis 364">
                  <a:extLst>
                    <a:ext uri="{FF2B5EF4-FFF2-40B4-BE49-F238E27FC236}">
                      <a16:creationId xmlns:a16="http://schemas.microsoft.com/office/drawing/2014/main" id="{92C29E18-B360-405D-988B-B2A75DE04A3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68343" y="5573107"/>
                  <a:ext cx="45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366" name="Rokopis 365">
                  <a:extLst>
                    <a:ext uri="{FF2B5EF4-FFF2-40B4-BE49-F238E27FC236}">
                      <a16:creationId xmlns:a16="http://schemas.microsoft.com/office/drawing/2014/main" id="{24A8ED2A-DCE2-4FEB-B646-7E30B0D1BC67}"/>
                    </a:ext>
                  </a:extLst>
                </p14:cNvPr>
                <p14:cNvContentPartPr/>
                <p14:nvPr/>
              </p14:nvContentPartPr>
              <p14:xfrm>
                <a:off x="8757343" y="5501827"/>
                <a:ext cx="163800" cy="320040"/>
              </p14:xfrm>
            </p:contentPart>
          </mc:Choice>
          <mc:Fallback xmlns="">
            <p:pic>
              <p:nvPicPr>
                <p:cNvPr id="366" name="Rokopis 365">
                  <a:extLst>
                    <a:ext uri="{FF2B5EF4-FFF2-40B4-BE49-F238E27FC236}">
                      <a16:creationId xmlns:a16="http://schemas.microsoft.com/office/drawing/2014/main" id="{24A8ED2A-DCE2-4FEB-B646-7E30B0D1BC6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753023" y="5497507"/>
                  <a:ext cx="1724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367" name="Rokopis 366">
                  <a:extLst>
                    <a:ext uri="{FF2B5EF4-FFF2-40B4-BE49-F238E27FC236}">
                      <a16:creationId xmlns:a16="http://schemas.microsoft.com/office/drawing/2014/main" id="{B0742186-13F2-4249-A12C-21D795B99FA4}"/>
                    </a:ext>
                  </a:extLst>
                </p14:cNvPr>
                <p14:cNvContentPartPr/>
                <p14:nvPr/>
              </p14:nvContentPartPr>
              <p14:xfrm>
                <a:off x="9109063" y="5704147"/>
                <a:ext cx="360" cy="360"/>
              </p14:xfrm>
            </p:contentPart>
          </mc:Choice>
          <mc:Fallback xmlns="">
            <p:pic>
              <p:nvPicPr>
                <p:cNvPr id="367" name="Rokopis 366">
                  <a:extLst>
                    <a:ext uri="{FF2B5EF4-FFF2-40B4-BE49-F238E27FC236}">
                      <a16:creationId xmlns:a16="http://schemas.microsoft.com/office/drawing/2014/main" id="{B0742186-13F2-4249-A12C-21D795B99FA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04743" y="569982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368" name="Rokopis 367">
                  <a:extLst>
                    <a:ext uri="{FF2B5EF4-FFF2-40B4-BE49-F238E27FC236}">
                      <a16:creationId xmlns:a16="http://schemas.microsoft.com/office/drawing/2014/main" id="{3C6920FF-3DA5-4ECD-BFA3-C12F0514E5D1}"/>
                    </a:ext>
                  </a:extLst>
                </p14:cNvPr>
                <p14:cNvContentPartPr/>
                <p14:nvPr/>
              </p14:nvContentPartPr>
              <p14:xfrm>
                <a:off x="9186103" y="5447107"/>
                <a:ext cx="171720" cy="326520"/>
              </p14:xfrm>
            </p:contentPart>
          </mc:Choice>
          <mc:Fallback xmlns="">
            <p:pic>
              <p:nvPicPr>
                <p:cNvPr id="368" name="Rokopis 367">
                  <a:extLst>
                    <a:ext uri="{FF2B5EF4-FFF2-40B4-BE49-F238E27FC236}">
                      <a16:creationId xmlns:a16="http://schemas.microsoft.com/office/drawing/2014/main" id="{3C6920FF-3DA5-4ECD-BFA3-C12F0514E5D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181783" y="5442787"/>
                  <a:ext cx="1803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369" name="Rokopis 368">
                  <a:extLst>
                    <a:ext uri="{FF2B5EF4-FFF2-40B4-BE49-F238E27FC236}">
                      <a16:creationId xmlns:a16="http://schemas.microsoft.com/office/drawing/2014/main" id="{3461F74D-6855-4B99-BD47-41BC2BBC2207}"/>
                    </a:ext>
                  </a:extLst>
                </p14:cNvPr>
                <p14:cNvContentPartPr/>
                <p14:nvPr/>
              </p14:nvContentPartPr>
              <p14:xfrm>
                <a:off x="9140743" y="5420107"/>
                <a:ext cx="231480" cy="374040"/>
              </p14:xfrm>
            </p:contentPart>
          </mc:Choice>
          <mc:Fallback xmlns="">
            <p:pic>
              <p:nvPicPr>
                <p:cNvPr id="369" name="Rokopis 368">
                  <a:extLst>
                    <a:ext uri="{FF2B5EF4-FFF2-40B4-BE49-F238E27FC236}">
                      <a16:creationId xmlns:a16="http://schemas.microsoft.com/office/drawing/2014/main" id="{3461F74D-6855-4B99-BD47-41BC2BBC220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136423" y="5415787"/>
                  <a:ext cx="240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70" name="Rokopis 369">
                  <a:extLst>
                    <a:ext uri="{FF2B5EF4-FFF2-40B4-BE49-F238E27FC236}">
                      <a16:creationId xmlns:a16="http://schemas.microsoft.com/office/drawing/2014/main" id="{EB424A70-BEBA-4357-9DBD-319F72D759F0}"/>
                    </a:ext>
                  </a:extLst>
                </p14:cNvPr>
                <p14:cNvContentPartPr/>
                <p14:nvPr/>
              </p14:nvContentPartPr>
              <p14:xfrm>
                <a:off x="9412183" y="5707027"/>
                <a:ext cx="78840" cy="252720"/>
              </p14:xfrm>
            </p:contentPart>
          </mc:Choice>
          <mc:Fallback xmlns="">
            <p:pic>
              <p:nvPicPr>
                <p:cNvPr id="370" name="Rokopis 369">
                  <a:extLst>
                    <a:ext uri="{FF2B5EF4-FFF2-40B4-BE49-F238E27FC236}">
                      <a16:creationId xmlns:a16="http://schemas.microsoft.com/office/drawing/2014/main" id="{EB424A70-BEBA-4357-9DBD-319F72D759F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07863" y="5702707"/>
                  <a:ext cx="874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72" name="Rokopis 371">
                  <a:extLst>
                    <a:ext uri="{FF2B5EF4-FFF2-40B4-BE49-F238E27FC236}">
                      <a16:creationId xmlns:a16="http://schemas.microsoft.com/office/drawing/2014/main" id="{D2182DB9-2ABA-44EE-8780-393E73C50B6A}"/>
                    </a:ext>
                  </a:extLst>
                </p14:cNvPr>
                <p14:cNvContentPartPr/>
                <p14:nvPr/>
              </p14:nvContentPartPr>
              <p14:xfrm>
                <a:off x="9406423" y="5697667"/>
                <a:ext cx="135000" cy="240840"/>
              </p14:xfrm>
            </p:contentPart>
          </mc:Choice>
          <mc:Fallback xmlns="">
            <p:pic>
              <p:nvPicPr>
                <p:cNvPr id="372" name="Rokopis 371">
                  <a:extLst>
                    <a:ext uri="{FF2B5EF4-FFF2-40B4-BE49-F238E27FC236}">
                      <a16:creationId xmlns:a16="http://schemas.microsoft.com/office/drawing/2014/main" id="{D2182DB9-2ABA-44EE-8780-393E73C50B6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402103" y="5693347"/>
                  <a:ext cx="143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73" name="Rokopis 372">
                  <a:extLst>
                    <a:ext uri="{FF2B5EF4-FFF2-40B4-BE49-F238E27FC236}">
                      <a16:creationId xmlns:a16="http://schemas.microsoft.com/office/drawing/2014/main" id="{9072A5C6-B7A3-46A2-91AA-8E8ADCDBA352}"/>
                    </a:ext>
                  </a:extLst>
                </p14:cNvPr>
                <p14:cNvContentPartPr/>
                <p14:nvPr/>
              </p14:nvContentPartPr>
              <p14:xfrm>
                <a:off x="9658063" y="5772547"/>
                <a:ext cx="146520" cy="6480"/>
              </p14:xfrm>
            </p:contentPart>
          </mc:Choice>
          <mc:Fallback xmlns="">
            <p:pic>
              <p:nvPicPr>
                <p:cNvPr id="373" name="Rokopis 372">
                  <a:extLst>
                    <a:ext uri="{FF2B5EF4-FFF2-40B4-BE49-F238E27FC236}">
                      <a16:creationId xmlns:a16="http://schemas.microsoft.com/office/drawing/2014/main" id="{9072A5C6-B7A3-46A2-91AA-8E8ADCDBA35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53743" y="5768227"/>
                  <a:ext cx="155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74" name="Rokopis 373">
                  <a:extLst>
                    <a:ext uri="{FF2B5EF4-FFF2-40B4-BE49-F238E27FC236}">
                      <a16:creationId xmlns:a16="http://schemas.microsoft.com/office/drawing/2014/main" id="{709D9702-41F4-4579-BADE-692576A303FA}"/>
                    </a:ext>
                  </a:extLst>
                </p14:cNvPr>
                <p14:cNvContentPartPr/>
                <p14:nvPr/>
              </p14:nvContentPartPr>
              <p14:xfrm>
                <a:off x="9604783" y="5705227"/>
                <a:ext cx="220680" cy="17640"/>
              </p14:xfrm>
            </p:contentPart>
          </mc:Choice>
          <mc:Fallback xmlns="">
            <p:pic>
              <p:nvPicPr>
                <p:cNvPr id="374" name="Rokopis 373">
                  <a:extLst>
                    <a:ext uri="{FF2B5EF4-FFF2-40B4-BE49-F238E27FC236}">
                      <a16:creationId xmlns:a16="http://schemas.microsoft.com/office/drawing/2014/main" id="{709D9702-41F4-4579-BADE-692576A303F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00463" y="5700907"/>
                  <a:ext cx="229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75" name="Rokopis 374">
                  <a:extLst>
                    <a:ext uri="{FF2B5EF4-FFF2-40B4-BE49-F238E27FC236}">
                      <a16:creationId xmlns:a16="http://schemas.microsoft.com/office/drawing/2014/main" id="{CCCDAD19-196C-4BD9-ACAD-A8E173EF021E}"/>
                    </a:ext>
                  </a:extLst>
                </p14:cNvPr>
                <p14:cNvContentPartPr/>
                <p14:nvPr/>
              </p14:nvContentPartPr>
              <p14:xfrm>
                <a:off x="10030663" y="5512987"/>
                <a:ext cx="84960" cy="401760"/>
              </p14:xfrm>
            </p:contentPart>
          </mc:Choice>
          <mc:Fallback xmlns="">
            <p:pic>
              <p:nvPicPr>
                <p:cNvPr id="375" name="Rokopis 374">
                  <a:extLst>
                    <a:ext uri="{FF2B5EF4-FFF2-40B4-BE49-F238E27FC236}">
                      <a16:creationId xmlns:a16="http://schemas.microsoft.com/office/drawing/2014/main" id="{CCCDAD19-196C-4BD9-ACAD-A8E173EF021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026343" y="5508667"/>
                  <a:ext cx="936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76" name="Rokopis 375">
                  <a:extLst>
                    <a:ext uri="{FF2B5EF4-FFF2-40B4-BE49-F238E27FC236}">
                      <a16:creationId xmlns:a16="http://schemas.microsoft.com/office/drawing/2014/main" id="{24853C18-F658-4EBF-B22B-21678203B164}"/>
                    </a:ext>
                  </a:extLst>
                </p14:cNvPr>
                <p14:cNvContentPartPr/>
                <p14:nvPr/>
              </p14:nvContentPartPr>
              <p14:xfrm>
                <a:off x="10164223" y="5530627"/>
                <a:ext cx="195480" cy="363240"/>
              </p14:xfrm>
            </p:contentPart>
          </mc:Choice>
          <mc:Fallback xmlns="">
            <p:pic>
              <p:nvPicPr>
                <p:cNvPr id="376" name="Rokopis 375">
                  <a:extLst>
                    <a:ext uri="{FF2B5EF4-FFF2-40B4-BE49-F238E27FC236}">
                      <a16:creationId xmlns:a16="http://schemas.microsoft.com/office/drawing/2014/main" id="{24853C18-F658-4EBF-B22B-21678203B16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59903" y="5526307"/>
                  <a:ext cx="204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77" name="Rokopis 376">
                  <a:extLst>
                    <a:ext uri="{FF2B5EF4-FFF2-40B4-BE49-F238E27FC236}">
                      <a16:creationId xmlns:a16="http://schemas.microsoft.com/office/drawing/2014/main" id="{F0B8248D-693B-458B-9B66-5FF46CE56741}"/>
                    </a:ext>
                  </a:extLst>
                </p14:cNvPr>
                <p14:cNvContentPartPr/>
                <p14:nvPr/>
              </p14:nvContentPartPr>
              <p14:xfrm>
                <a:off x="10244863" y="5672827"/>
                <a:ext cx="273600" cy="45000"/>
              </p14:xfrm>
            </p:contentPart>
          </mc:Choice>
          <mc:Fallback xmlns="">
            <p:pic>
              <p:nvPicPr>
                <p:cNvPr id="377" name="Rokopis 376">
                  <a:extLst>
                    <a:ext uri="{FF2B5EF4-FFF2-40B4-BE49-F238E27FC236}">
                      <a16:creationId xmlns:a16="http://schemas.microsoft.com/office/drawing/2014/main" id="{F0B8248D-693B-458B-9B66-5FF46CE5674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40543" y="5668507"/>
                  <a:ext cx="282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Skupina 388">
            <a:extLst>
              <a:ext uri="{FF2B5EF4-FFF2-40B4-BE49-F238E27FC236}">
                <a16:creationId xmlns:a16="http://schemas.microsoft.com/office/drawing/2014/main" id="{059F066F-FA70-4428-BBCC-5B5DEC9D7226}"/>
              </a:ext>
            </a:extLst>
          </p:cNvPr>
          <p:cNvGrpSpPr/>
          <p:nvPr/>
        </p:nvGrpSpPr>
        <p:grpSpPr>
          <a:xfrm>
            <a:off x="6728743" y="6143347"/>
            <a:ext cx="1565640" cy="628200"/>
            <a:chOff x="6728743" y="6143347"/>
            <a:chExt cx="156564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79" name="Rokopis 378">
                  <a:extLst>
                    <a:ext uri="{FF2B5EF4-FFF2-40B4-BE49-F238E27FC236}">
                      <a16:creationId xmlns:a16="http://schemas.microsoft.com/office/drawing/2014/main" id="{0EE83E18-299D-465E-B027-107414C542AF}"/>
                    </a:ext>
                  </a:extLst>
                </p14:cNvPr>
                <p14:cNvContentPartPr/>
                <p14:nvPr/>
              </p14:nvContentPartPr>
              <p14:xfrm>
                <a:off x="6728743" y="6143347"/>
                <a:ext cx="222840" cy="367200"/>
              </p14:xfrm>
            </p:contentPart>
          </mc:Choice>
          <mc:Fallback xmlns="">
            <p:pic>
              <p:nvPicPr>
                <p:cNvPr id="379" name="Rokopis 378">
                  <a:extLst>
                    <a:ext uri="{FF2B5EF4-FFF2-40B4-BE49-F238E27FC236}">
                      <a16:creationId xmlns:a16="http://schemas.microsoft.com/office/drawing/2014/main" id="{0EE83E18-299D-465E-B027-107414C542A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24423" y="6139027"/>
                  <a:ext cx="2314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80" name="Rokopis 379">
                  <a:extLst>
                    <a:ext uri="{FF2B5EF4-FFF2-40B4-BE49-F238E27FC236}">
                      <a16:creationId xmlns:a16="http://schemas.microsoft.com/office/drawing/2014/main" id="{EFBBE07C-5231-417C-9CA6-2DB98B29760E}"/>
                    </a:ext>
                  </a:extLst>
                </p14:cNvPr>
                <p14:cNvContentPartPr/>
                <p14:nvPr/>
              </p14:nvContentPartPr>
              <p14:xfrm>
                <a:off x="6765103" y="6225067"/>
                <a:ext cx="195480" cy="297720"/>
              </p14:xfrm>
            </p:contentPart>
          </mc:Choice>
          <mc:Fallback xmlns="">
            <p:pic>
              <p:nvPicPr>
                <p:cNvPr id="380" name="Rokopis 379">
                  <a:extLst>
                    <a:ext uri="{FF2B5EF4-FFF2-40B4-BE49-F238E27FC236}">
                      <a16:creationId xmlns:a16="http://schemas.microsoft.com/office/drawing/2014/main" id="{EFBBE07C-5231-417C-9CA6-2DB98B29760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760783" y="6220747"/>
                  <a:ext cx="204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381" name="Rokopis 380">
                  <a:extLst>
                    <a:ext uri="{FF2B5EF4-FFF2-40B4-BE49-F238E27FC236}">
                      <a16:creationId xmlns:a16="http://schemas.microsoft.com/office/drawing/2014/main" id="{D7E8ECDC-B2A1-413C-93BB-93A4D807BB28}"/>
                    </a:ext>
                  </a:extLst>
                </p14:cNvPr>
                <p14:cNvContentPartPr/>
                <p14:nvPr/>
              </p14:nvContentPartPr>
              <p14:xfrm>
                <a:off x="7038703" y="6459067"/>
                <a:ext cx="89280" cy="146520"/>
              </p14:xfrm>
            </p:contentPart>
          </mc:Choice>
          <mc:Fallback xmlns="">
            <p:pic>
              <p:nvPicPr>
                <p:cNvPr id="381" name="Rokopis 380">
                  <a:extLst>
                    <a:ext uri="{FF2B5EF4-FFF2-40B4-BE49-F238E27FC236}">
                      <a16:creationId xmlns:a16="http://schemas.microsoft.com/office/drawing/2014/main" id="{D7E8ECDC-B2A1-413C-93BB-93A4D807BB2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034383" y="6454747"/>
                  <a:ext cx="97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82" name="Rokopis 381">
                  <a:extLst>
                    <a:ext uri="{FF2B5EF4-FFF2-40B4-BE49-F238E27FC236}">
                      <a16:creationId xmlns:a16="http://schemas.microsoft.com/office/drawing/2014/main" id="{DAFD3FF6-6B52-4195-9306-EEF4645E9F59}"/>
                    </a:ext>
                  </a:extLst>
                </p14:cNvPr>
                <p14:cNvContentPartPr/>
                <p14:nvPr/>
              </p14:nvContentPartPr>
              <p14:xfrm>
                <a:off x="7345783" y="6522067"/>
                <a:ext cx="172080" cy="16200"/>
              </p14:xfrm>
            </p:contentPart>
          </mc:Choice>
          <mc:Fallback xmlns="">
            <p:pic>
              <p:nvPicPr>
                <p:cNvPr id="382" name="Rokopis 381">
                  <a:extLst>
                    <a:ext uri="{FF2B5EF4-FFF2-40B4-BE49-F238E27FC236}">
                      <a16:creationId xmlns:a16="http://schemas.microsoft.com/office/drawing/2014/main" id="{DAFD3FF6-6B52-4195-9306-EEF4645E9F5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341463" y="6517747"/>
                  <a:ext cx="180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83" name="Rokopis 382">
                  <a:extLst>
                    <a:ext uri="{FF2B5EF4-FFF2-40B4-BE49-F238E27FC236}">
                      <a16:creationId xmlns:a16="http://schemas.microsoft.com/office/drawing/2014/main" id="{26F5F801-4F53-4C3D-AD91-05C502CA6D2C}"/>
                    </a:ext>
                  </a:extLst>
                </p14:cNvPr>
                <p14:cNvContentPartPr/>
                <p14:nvPr/>
              </p14:nvContentPartPr>
              <p14:xfrm>
                <a:off x="7337503" y="6464827"/>
                <a:ext cx="205920" cy="14040"/>
              </p14:xfrm>
            </p:contentPart>
          </mc:Choice>
          <mc:Fallback xmlns="">
            <p:pic>
              <p:nvPicPr>
                <p:cNvPr id="383" name="Rokopis 382">
                  <a:extLst>
                    <a:ext uri="{FF2B5EF4-FFF2-40B4-BE49-F238E27FC236}">
                      <a16:creationId xmlns:a16="http://schemas.microsoft.com/office/drawing/2014/main" id="{26F5F801-4F53-4C3D-AD91-05C502CA6D2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333183" y="6460507"/>
                  <a:ext cx="214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86" name="Rokopis 385">
                  <a:extLst>
                    <a:ext uri="{FF2B5EF4-FFF2-40B4-BE49-F238E27FC236}">
                      <a16:creationId xmlns:a16="http://schemas.microsoft.com/office/drawing/2014/main" id="{D1FDEF92-7B79-4A38-BDF1-B77D962E2738}"/>
                    </a:ext>
                  </a:extLst>
                </p14:cNvPr>
                <p14:cNvContentPartPr/>
                <p14:nvPr/>
              </p14:nvContentPartPr>
              <p14:xfrm>
                <a:off x="7783543" y="6231547"/>
                <a:ext cx="383760" cy="339840"/>
              </p14:xfrm>
            </p:contentPart>
          </mc:Choice>
          <mc:Fallback xmlns="">
            <p:pic>
              <p:nvPicPr>
                <p:cNvPr id="386" name="Rokopis 385">
                  <a:extLst>
                    <a:ext uri="{FF2B5EF4-FFF2-40B4-BE49-F238E27FC236}">
                      <a16:creationId xmlns:a16="http://schemas.microsoft.com/office/drawing/2014/main" id="{D1FDEF92-7B79-4A38-BDF1-B77D962E273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779223" y="6227227"/>
                  <a:ext cx="392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87" name="Rokopis 386">
                  <a:extLst>
                    <a:ext uri="{FF2B5EF4-FFF2-40B4-BE49-F238E27FC236}">
                      <a16:creationId xmlns:a16="http://schemas.microsoft.com/office/drawing/2014/main" id="{AFF9E8B4-9483-44EF-8AE8-D302DBF17FE7}"/>
                    </a:ext>
                  </a:extLst>
                </p14:cNvPr>
                <p14:cNvContentPartPr/>
                <p14:nvPr/>
              </p14:nvContentPartPr>
              <p14:xfrm>
                <a:off x="7742143" y="6639787"/>
                <a:ext cx="470520" cy="36720"/>
              </p14:xfrm>
            </p:contentPart>
          </mc:Choice>
          <mc:Fallback xmlns="">
            <p:pic>
              <p:nvPicPr>
                <p:cNvPr id="387" name="Rokopis 386">
                  <a:extLst>
                    <a:ext uri="{FF2B5EF4-FFF2-40B4-BE49-F238E27FC236}">
                      <a16:creationId xmlns:a16="http://schemas.microsoft.com/office/drawing/2014/main" id="{AFF9E8B4-9483-44EF-8AE8-D302DBF17FE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737823" y="6635467"/>
                  <a:ext cx="479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88" name="Rokopis 387">
                  <a:extLst>
                    <a:ext uri="{FF2B5EF4-FFF2-40B4-BE49-F238E27FC236}">
                      <a16:creationId xmlns:a16="http://schemas.microsoft.com/office/drawing/2014/main" id="{C08C77A5-65DA-4F01-B020-58601B797A2B}"/>
                    </a:ext>
                  </a:extLst>
                </p14:cNvPr>
                <p14:cNvContentPartPr/>
                <p14:nvPr/>
              </p14:nvContentPartPr>
              <p14:xfrm>
                <a:off x="7748983" y="6741667"/>
                <a:ext cx="545400" cy="29880"/>
              </p14:xfrm>
            </p:contentPart>
          </mc:Choice>
          <mc:Fallback xmlns="">
            <p:pic>
              <p:nvPicPr>
                <p:cNvPr id="388" name="Rokopis 387">
                  <a:extLst>
                    <a:ext uri="{FF2B5EF4-FFF2-40B4-BE49-F238E27FC236}">
                      <a16:creationId xmlns:a16="http://schemas.microsoft.com/office/drawing/2014/main" id="{C08C77A5-65DA-4F01-B020-58601B797A2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744663" y="6737347"/>
                  <a:ext cx="55404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404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855558-400C-4BC6-AA4C-D6733326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20688"/>
          </a:xfrm>
        </p:spPr>
        <p:txBody>
          <a:bodyPr>
            <a:normAutofit/>
          </a:bodyPr>
          <a:lstStyle/>
          <a:p>
            <a:pPr algn="just"/>
            <a:r>
              <a:rPr lang="sl-SI" dirty="0"/>
              <a:t>DN: </a:t>
            </a:r>
            <a:br>
              <a:rPr lang="sl-SI" dirty="0"/>
            </a:br>
            <a:r>
              <a:rPr lang="sl-SI" sz="3200" dirty="0"/>
              <a:t>Nadgradi program za določevanje Gaussove eliminacije tako, da bo z njim možno rešiti tudi primer 3. Uporabi nadgrajen program tudi za rešitev primera 1 in 2.</a:t>
            </a:r>
            <a:endParaRPr lang="sl-SI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848D919-7A50-4E47-BE37-8906FDF7127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5553942"/>
                  </p:ext>
                </p:extLst>
              </p:nvPr>
            </p:nvGraphicFramePr>
            <p:xfrm>
              <a:off x="838200" y="2825278"/>
              <a:ext cx="10612074" cy="25874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37358">
                      <a:extLst>
                        <a:ext uri="{9D8B030D-6E8A-4147-A177-3AD203B41FA5}">
                          <a16:colId xmlns:a16="http://schemas.microsoft.com/office/drawing/2014/main" val="3569216981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4179616360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26245122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 dirty="0">
                              <a:effectLst/>
                            </a:rPr>
                            <a:t>Primer 1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2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3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38730007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ar-AE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76</m:t>
                                </m:r>
                              </m:oMath>
                            </m:oMathPara>
                          </a14:m>
                          <a:endParaRPr lang="ar-AE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ar-AE" sz="2000" i="1" u="none" strike="noStrike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u="none" strike="noStrike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ar-AE" sz="2000" u="none" strike="noStrike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2000" u="none" strike="noStrike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r-AE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96943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5517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848D919-7A50-4E47-BE37-8906FDF7127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5553942"/>
                  </p:ext>
                </p:extLst>
              </p:nvPr>
            </p:nvGraphicFramePr>
            <p:xfrm>
              <a:off x="838200" y="2825278"/>
              <a:ext cx="10612074" cy="25874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37358">
                      <a:extLst>
                        <a:ext uri="{9D8B030D-6E8A-4147-A177-3AD203B41FA5}">
                          <a16:colId xmlns:a16="http://schemas.microsoft.com/office/drawing/2014/main" val="3569216981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4179616360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2624512229"/>
                        </a:ext>
                      </a:extLst>
                    </a:gridCol>
                  </a:tblGrid>
                  <a:tr h="531368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 dirty="0">
                              <a:effectLst/>
                            </a:rPr>
                            <a:t>Primer 1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2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3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3873000788"/>
                      </a:ext>
                    </a:extLst>
                  </a:tr>
                  <a:tr h="1292733"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172" t="-46479" r="-200516" b="-60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100345" t="-46479" r="-100862" b="-60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200000" t="-46479" r="-688" b="-60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9694386"/>
                      </a:ext>
                    </a:extLst>
                  </a:tr>
                  <a:tr h="763397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Rešitve:</a:t>
                          </a:r>
                          <a:endParaRPr lang="sl-SI" sz="4400" b="0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b="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55177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9" name="PoljeZBesedilom 68">
            <a:extLst>
              <a:ext uri="{FF2B5EF4-FFF2-40B4-BE49-F238E27FC236}">
                <a16:creationId xmlns:a16="http://schemas.microsoft.com/office/drawing/2014/main" id="{2D88BA0B-1C13-40F9-BF0D-21258AE66A8C}"/>
              </a:ext>
            </a:extLst>
          </p:cNvPr>
          <p:cNvSpPr txBox="1"/>
          <p:nvPr/>
        </p:nvSpPr>
        <p:spPr>
          <a:xfrm>
            <a:off x="3092953" y="6037943"/>
            <a:ext cx="610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Dodaten vir: </a:t>
            </a:r>
            <a:r>
              <a:rPr lang="sl-SI" dirty="0">
                <a:hlinkClick r:id="rId3"/>
              </a:rPr>
              <a:t>https://www.youtube.com/watch?v=c0i8hFsOV3A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18097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855558-400C-4BC6-AA4C-D6733326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Uporabi program in reši spodnje primere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848D919-7A50-4E47-BE37-8906FDF7127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66322774"/>
                  </p:ext>
                </p:extLst>
              </p:nvPr>
            </p:nvGraphicFramePr>
            <p:xfrm>
              <a:off x="838200" y="1558540"/>
              <a:ext cx="10612074" cy="25874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37358">
                      <a:extLst>
                        <a:ext uri="{9D8B030D-6E8A-4147-A177-3AD203B41FA5}">
                          <a16:colId xmlns:a16="http://schemas.microsoft.com/office/drawing/2014/main" val="3569216981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4179616360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26245122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 dirty="0">
                              <a:effectLst/>
                            </a:rPr>
                            <a:t>Primer 1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2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3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38730007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ar-AE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oMath>
                            </m:oMathPara>
                          </a14:m>
                          <a:endParaRPr lang="ar-AE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76</m:t>
                                </m:r>
                              </m:oMath>
                            </m:oMathPara>
                          </a14:m>
                          <a:endParaRPr lang="ar-AE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ar-AE" sz="2000" i="1" u="none" strike="noStrike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u="none" strike="noStrike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ar-AE" sz="2000" u="none" strike="noStrike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2000" u="none" strike="noStrike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ar-AE" sz="4400" u="none" strike="noStrike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r-AE" sz="4400" u="none" strike="noStrike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ar-AE" sz="2000" i="1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u="none" strike="noStrike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000" u="none" strike="noStrike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r-AE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14696943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>
                              <a:effectLst/>
                            </a:rPr>
                            <a:t>Rešitve:</a:t>
                          </a:r>
                          <a:endParaRPr lang="sl-SI" sz="4400" u="none" strike="noStrike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>
                              <a:effectLst/>
                            </a:rPr>
                            <a:t> 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Rešitve:</a:t>
                          </a:r>
                          <a:endParaRPr lang="sl-SI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Rešitve:</a:t>
                          </a:r>
                          <a:endParaRPr lang="sl-SI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1885517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B848D919-7A50-4E47-BE37-8906FDF7127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66322774"/>
                  </p:ext>
                </p:extLst>
              </p:nvPr>
            </p:nvGraphicFramePr>
            <p:xfrm>
              <a:off x="838200" y="1558540"/>
              <a:ext cx="10612074" cy="25874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37358">
                      <a:extLst>
                        <a:ext uri="{9D8B030D-6E8A-4147-A177-3AD203B41FA5}">
                          <a16:colId xmlns:a16="http://schemas.microsoft.com/office/drawing/2014/main" val="3569216981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4179616360"/>
                        </a:ext>
                      </a:extLst>
                    </a:gridCol>
                    <a:gridCol w="3537358">
                      <a:extLst>
                        <a:ext uri="{9D8B030D-6E8A-4147-A177-3AD203B41FA5}">
                          <a16:colId xmlns:a16="http://schemas.microsoft.com/office/drawing/2014/main" val="2624512229"/>
                        </a:ext>
                      </a:extLst>
                    </a:gridCol>
                  </a:tblGrid>
                  <a:tr h="531368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 dirty="0">
                              <a:effectLst/>
                            </a:rPr>
                            <a:t>Primer 1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2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3200" u="none" strike="noStrike">
                              <a:effectLst/>
                            </a:rPr>
                            <a:t>Primer 3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3873000788"/>
                      </a:ext>
                    </a:extLst>
                  </a:tr>
                  <a:tr h="1292733"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172" t="-46479" r="-200516" b="-60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100345" t="-46479" r="-100862" b="-60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9525" marB="0">
                        <a:blipFill>
                          <a:blip r:embed="rId2"/>
                          <a:stretch>
                            <a:fillRect l="-200000" t="-46479" r="-688" b="-60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9694386"/>
                      </a:ext>
                    </a:extLst>
                  </a:tr>
                  <a:tr h="763397"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>
                              <a:effectLst/>
                            </a:rPr>
                            <a:t>Rešitve:</a:t>
                          </a:r>
                          <a:endParaRPr lang="sl-SI" sz="4400" u="none" strike="noStrike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>
                              <a:effectLst/>
                            </a:rPr>
                            <a:t> </a:t>
                          </a:r>
                          <a:endParaRPr lang="sl-SI" sz="44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Rešitve:</a:t>
                          </a:r>
                          <a:endParaRPr lang="sl-SI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Rešitve:</a:t>
                          </a:r>
                          <a:endParaRPr lang="sl-SI" sz="4400" u="none" strike="noStrike" dirty="0">
                            <a:effectLst/>
                          </a:endParaRPr>
                        </a:p>
                        <a:p>
                          <a:pPr algn="ctr" fontAlgn="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sl-SI" sz="2000" u="none" strike="noStrike" dirty="0">
                              <a:effectLst/>
                            </a:rPr>
                            <a:t> </a:t>
                          </a:r>
                          <a:endParaRPr lang="sl-SI" sz="44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9525" marB="0"/>
                    </a:tc>
                    <a:extLst>
                      <a:ext uri="{0D108BD9-81ED-4DB2-BD59-A6C34878D82A}">
                        <a16:rowId xmlns:a16="http://schemas.microsoft.com/office/drawing/2014/main" val="18855177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44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348</Words>
  <Application>Microsoft Office PowerPoint</Application>
  <PresentationFormat>Širokozaslonsko</PresentationFormat>
  <Paragraphs>92</Paragraphs>
  <Slides>13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Officeova tema</vt:lpstr>
      <vt:lpstr>Gaussova eliminacija</vt:lpstr>
      <vt:lpstr>Gaussova eliminacija</vt:lpstr>
      <vt:lpstr>Gaussova eliminacija</vt:lpstr>
      <vt:lpstr>Gaussova eliminacija</vt:lpstr>
      <vt:lpstr>Gaussova eliminacija</vt:lpstr>
      <vt:lpstr>Gaussova eliminacija</vt:lpstr>
      <vt:lpstr>LU razcep</vt:lpstr>
      <vt:lpstr>Primer</vt:lpstr>
      <vt:lpstr>Primer</vt:lpstr>
      <vt:lpstr>Primer</vt:lpstr>
      <vt:lpstr>Primer</vt:lpstr>
      <vt:lpstr>DN:  Nadgradi program za določevanje Gaussove eliminacije tako, da bo z njim možno rešiti tudi primer 3. Uporabi nadgrajen program tudi za rešitev primera 1 in 2.</vt:lpstr>
      <vt:lpstr>Uporabi program in reši spodnje primere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Gaussova eliminacija</dc:title>
  <dc:creator>Rene Markovič</dc:creator>
  <cp:lastModifiedBy>Rene Markovič</cp:lastModifiedBy>
  <cp:revision>4</cp:revision>
  <dcterms:created xsi:type="dcterms:W3CDTF">2021-03-29T05:52:36Z</dcterms:created>
  <dcterms:modified xsi:type="dcterms:W3CDTF">2026-03-26T07:49:40Z</dcterms:modified>
</cp:coreProperties>
</file>