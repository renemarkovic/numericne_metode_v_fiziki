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9"/>
  </p:notesMasterIdLst>
  <p:sldIdLst>
    <p:sldId id="256" r:id="rId5"/>
    <p:sldId id="327" r:id="rId6"/>
    <p:sldId id="294" r:id="rId7"/>
    <p:sldId id="336" r:id="rId8"/>
    <p:sldId id="301" r:id="rId9"/>
    <p:sldId id="305" r:id="rId10"/>
    <p:sldId id="306" r:id="rId11"/>
    <p:sldId id="307" r:id="rId12"/>
    <p:sldId id="299" r:id="rId13"/>
    <p:sldId id="290" r:id="rId14"/>
    <p:sldId id="291" r:id="rId15"/>
    <p:sldId id="292" r:id="rId16"/>
    <p:sldId id="286" r:id="rId17"/>
    <p:sldId id="326" r:id="rId18"/>
    <p:sldId id="287" r:id="rId19"/>
    <p:sldId id="312" r:id="rId20"/>
    <p:sldId id="313" r:id="rId21"/>
    <p:sldId id="308" r:id="rId22"/>
    <p:sldId id="304" r:id="rId23"/>
    <p:sldId id="314" r:id="rId24"/>
    <p:sldId id="309" r:id="rId25"/>
    <p:sldId id="310" r:id="rId26"/>
    <p:sldId id="316" r:id="rId27"/>
    <p:sldId id="266" r:id="rId28"/>
    <p:sldId id="315" r:id="rId29"/>
    <p:sldId id="277" r:id="rId30"/>
    <p:sldId id="288" r:id="rId31"/>
    <p:sldId id="319" r:id="rId32"/>
    <p:sldId id="275" r:id="rId33"/>
    <p:sldId id="323" r:id="rId34"/>
    <p:sldId id="324" r:id="rId35"/>
    <p:sldId id="297" r:id="rId36"/>
    <p:sldId id="298" r:id="rId37"/>
    <p:sldId id="325" r:id="rId38"/>
  </p:sldIdLst>
  <p:sldSz cx="9144000" cy="6858000" type="screen4x3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A260C4E1-329D-4AF5-B7DD-32D88FF0ABDC}">
          <p14:sldIdLst/>
        </p14:section>
        <p14:section name="naslov" id="{DF6D7110-2E34-41C6-B96F-1F0F19644A28}">
          <p14:sldIdLst>
            <p14:sldId id="256"/>
          </p14:sldIdLst>
        </p14:section>
        <p14:section name="uvod" id="{F9928367-EC63-4B55-8EC1-B384E4CAE3C9}">
          <p14:sldIdLst>
            <p14:sldId id="327"/>
            <p14:sldId id="294"/>
            <p14:sldId id="336"/>
          </p14:sldIdLst>
        </p14:section>
        <p14:section name="Problem" id="{54FD29A6-94D8-4FCA-946D-55B2EA60B2E3}">
          <p14:sldIdLst>
            <p14:sldId id="301"/>
            <p14:sldId id="305"/>
            <p14:sldId id="306"/>
            <p14:sldId id="307"/>
            <p14:sldId id="299"/>
            <p14:sldId id="290"/>
            <p14:sldId id="291"/>
            <p14:sldId id="292"/>
            <p14:sldId id="286"/>
          </p14:sldIdLst>
        </p14:section>
        <p14:section name="metoda" id="{FA891D80-31D2-43C4-A822-946BE91BE132}">
          <p14:sldIdLst>
            <p14:sldId id="326"/>
            <p14:sldId id="287"/>
            <p14:sldId id="312"/>
            <p14:sldId id="313"/>
            <p14:sldId id="308"/>
            <p14:sldId id="304"/>
            <p14:sldId id="314"/>
            <p14:sldId id="309"/>
            <p14:sldId id="310"/>
            <p14:sldId id="316"/>
            <p14:sldId id="266"/>
            <p14:sldId id="315"/>
          </p14:sldIdLst>
        </p14:section>
        <p14:section name="REZULTATI" id="{4F835AF6-C0F0-44F7-83BB-7FD969122B1C}">
          <p14:sldIdLst>
            <p14:sldId id="277"/>
            <p14:sldId id="288"/>
            <p14:sldId id="319"/>
            <p14:sldId id="275"/>
            <p14:sldId id="323"/>
            <p14:sldId id="324"/>
            <p14:sldId id="297"/>
            <p14:sldId id="298"/>
            <p14:sldId id="3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B3B3"/>
    <a:srgbClr val="F2D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83B404-1008-4BEB-ADC9-5CE31FFB7F86}" v="14" dt="2020-05-21T08:24:20.0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32" autoAdjust="0"/>
    <p:restoredTop sz="91598" autoAdjust="0"/>
  </p:normalViewPr>
  <p:slideViewPr>
    <p:cSldViewPr snapToGrid="0">
      <p:cViewPr varScale="1">
        <p:scale>
          <a:sx n="92" d="100"/>
          <a:sy n="92" d="100"/>
        </p:scale>
        <p:origin x="165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9:16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74 248 3857,'0'0'2027,"0"0"-572,0 0-177,0 0-149,0 0-485,-3-22-298,-10-68 128,12 85-411,0 1 0,0-1-1,0 1 1,1-1-1,0 0 1,0 1-1,0-1 1,1 0-1,0 1 1,-1-1-1,2 1 1,-1-1 0,0 1-1,1 0 1,0-1-1,0 1 1,0 0-1,1 0 1,-1 0-1,1 0 1,0 1 0,0-1-1,0 1 1,3-3-63,1 3 55,-1-1 0,0 2 1,1-1-1,-1 1 0,1 0 1,0 0-1,-1 1 0,1 0 1,0 0-1,0 0 0,0 1 1,0 0-1,6 1-55,-8 0 11,0 0 0,1 1 0,-1-1 0,0 1 0,0 0 0,0 1 0,0-1 0,0 1 0,-1 0 0,1 0 0,-1 1 0,0-1 0,0 1 0,0 0 0,0 0 0,-1 0 0,1 0 0,-1 1-1,0 0 1,-1-1 0,1 1-11,6 12 51,0 0 0,-1 1 0,0 0 0,-2 1 0,2 7-51,0 7 50,-1 0-1,-1 0 1,-2 0-1,-1 1 1,-2 0 0,-2-1-1,-2 21-49,2-47 187,0-1 1,-1 1-1,0-1 0,0 1 1,0-1-1,-1 0 0,1 0 1,-2 0-1,1 0 0,-1-1 1,1 1-1,-2-1 0,1 0 1,0 0-1,-1 0 0,0-1 1,0 0-1,-1 0 0,1 0 1,-1 0-1,-1 0-187,-3 0 1078,0 1 0,0-1-1,0-1 1,-1 0 0,1-1 0,-1 0 0,0 0-1,0-1 1,1 0 0,-1-1 0,0-1 0,-6 0-1078,14 1 56,0-1 0,-1 0 0,1 0 0,0 0 0,0 0 0,0-1 0,-1 1 0,2-1 0,-1 0 0,0 0 0,0 0 0,0 0 0,1 0 0,-1 0 0,1-1 0,0 1 1,0-1-1,0 0 0,0 0 0,0 0 0,0 0 0,1 0 0,0 0 0,-1 0 0,1-3-56,-3-5 39,1 0 0,0-1 0,1 0 1,1 1-1,0-1 0,0-11-39,0-16 0,3-49 0,-2 83 0,1-1 0,0 0 0,1 0 0,-1 1 0,1-1 0,0 1 0,1 0 0,-1-1 0,1 1 0,0 0 0,0 1 0,1-1 0,1-1 0,3-2 0,1 0 0,0 1 0,0 0 0,0 0 0,1 1 0,0 1 0,0 0 0,1 0 0,4-1 0,-12 4 0,1 1 0,0-1 0,0 1 0,0 0 0,0 0 0,0 1 0,1-1 0,-1 1 0,0 0 0,0 0 0,0 0 0,0 0 0,1 1 0,-1 0 0,0 0 0,0 0 0,0 0 0,0 1 0,-1-1 0,1 1 0,0 0 0,-1 0 0,1 0 0,-1 1 0,1-1 0,-1 1 0,0 0 0,4 7 0,0-1 0,-1 1 0,-1 0 0,0 0 0,0 1 0,-1-1 0,0 1 0,-1 0 0,0 0 0,0 0 0,-1 9 0,2 6 0,-3 1 0,0 0 0,-1 0 0,-4 15 0,4-37 0,-2-1 0,1 0 0,0 0 0,-1 1 0,0-1 0,0 0 0,0-1 0,0 1 0,-1 0 0,1-1 0,-1 1 0,0-1 0,0 0 0,-1 0 0,1 0 0,0 0 0,-1-1 0,0 1 0,0-1 0,1 0 0,-1 0 0,-1 0 0,1-1 0,-3 2 0,3-2 0,0 1 0,0-1 0,0 0 0,-1 0 0,1 0 0,0-1 0,0 0 0,-1 0 0,1 0 0,0 0 0,-1 0 0,1-1 0,0 0 0,-1 0 0,1 0 0,0 0 0,0-1 0,0 0 0,0 1 0,0-2 0,1 1 0,-1 0 0,1-1 0,-1 1 0,0-2 0,-2-3 0,1-1 0,0 0 0,0 0 0,1 0 0,0-1 0,0 0 0,1 1 0,0-1 0,1 0 0,0-1 0,0 1 0,1-2 0,-3-25 0,2 0 0,1-16 0,1 33 0,-1 10 0,0-1 0,1 0 0,0 1 0,1-1 0,0 0 0,1 1 0,-1-1 0,2 1 0,-1 0 0,2 0 0,-1 0 0,1 0 0,0 0 0,1 1 0,1-2 0,-4 8 0,0 0 0,0 0 0,0 0 0,0 1 0,0-1 0,0 0 0,1 1 0,-1 0 0,1-1 0,-1 1 0,1 0 0,0 0 0,-1 1 0,1-1 0,0 0 0,0 1 0,-1 0 0,1 0 0,0 0 0,0 0 0,-1 0 0,1 0 0,0 1 0,1-1 0,0 1 0,1 0 0,-1 0 0,0 1 0,0 0 0,0-1 0,1 1 0,-1 0 0,-1 1 0,1-1 0,0 1 0,-1 0 0,1 0 0,-1 0 0,1 1 0,6 9 0,-1 1 0,0 0 0,-1 0 0,-1 1 0,0 0 0,-1 0 0,0 1 0,-1 0 0,-1 0 0,2 16 0,0 17 0,-1 1 0,-3 49 0,-2-94 0,-1 0 0,1 1 0,-1-1 0,0 1 0,0-1 0,0 0 0,-1 0 0,1 0 0,-2 1 0,1-2 0,0 1 0,-1 0 0,0 0 0,0-1 0,0 0 0,-1 1 0,1-1 0,-1 0 0,0-1 0,0 1 0,0-1 0,-1 0 0,1 0 0,-1 0 0,0 0 0,-7 2 0,0 0 0,0-1 0,0 0 0,0 0 0,-1-2 0,1 1 0,-1-2 0,0 0 0,1 0 0,-3-1 0,10-1 0,-1 1 0,1-1 0,0 0 0,0 0 0,-1-1 0,1 0 0,0 0 0,0 0 0,1 0 0,-1-1 0,0 0 0,1 0 0,-1 0 0,1-1 0,0 1 0,0-1 0,1 0 0,-1 0 0,1 0 0,0-1 0,0 1 0,0-1 0,0 0 0,1 1 0,-2-5 0,-4-10 0,1-1 0,0 0 0,2 0 0,0 0 0,1-1 0,1 0 0,-1-4 0,1 1 0,2-1 0,0 0 0,1 0 0,2 0 0,0 1 0,3-9 0,-4 27 0,1 0 0,0-1 0,0 1 0,0 0 0,0 0 0,1 1 0,0-1 0,0 1 0,1-1 0,0 1 0,0 0 0,0 0 0,0 0 0,1 1 0,0 0 0,0 0 0,0 0 0,0 0 0,0 1 0,1 0 0,0 0 0,0 0 0,-1 1 0,1 0 0,1 0 0,-1 0 0,0 1 0,0 0 0,1 0 0,4 1 0,-4-1 0,0 0 0,0 1 0,1 0 0,-1 0 0,0 1 0,0 0 0,1 0 0,-1 1 0,0 0 0,0 0 0,-1 0 0,1 1 0,0 0 0,-1 1 0,0-1 0,1 1 0,-1 1 0,-1-1 0,1 1 0,-1 0 0,0 0 0,0 0 0,0 1 0,-1 0 0,0 0 0,0 0 0,3 5 0,3 9 0,0 0 0,-1 1 0,-1 0 0,-1 0 0,-1 0 0,-1 1 0,-1 0 0,-1 1 0,0-1 0,-2 0 0,-1 1 0,-1 3 0,1-22 0,0-1 0,0 1 0,-1 0 0,1-1 0,-1 1 0,0 0 0,-1-1 0,1 1 0,0-1 0,-1 0 0,0 1 0,0-1 0,0 0 0,0 0 0,0 0 0,-1 0 0,1-1 0,-1 1 0,0-1 0,0 1 0,0-1 0,0 0 0,0 0 0,0 0 0,0-1 0,-1 1 0,1-1 0,-1 0 0,1 0 0,-3 1 0,-11 2 0,0-1 0,0 0 0,-1-1 0,1-1 0,-17-1 0,30 0 0,0 0 0,-1-1 0,1 1 0,-1-1 0,1 0 0,0 0 0,0-1 0,0 1 0,-1-1 0,1 0 0,1 0 0,-1 0 0,0-1 0,0 1 0,1-1 0,-3-3 0,0 0 0,1 0 0,-1 0 0,1-1 0,1 0 0,-1 0 0,1-1 0,1 1 0,-3-8 0,-2-8 0,1 0 0,2 0 0,0-1 0,2 0 0,-1-23 0,2 29 0,2 1 0,0 0 0,1-1 0,0 1 0,2 0 0,0 0 0,3-10 0,-4 21 0,1 0 0,-1 0 0,1 0 0,0 0 0,1 1 0,0-1 0,-1 1 0,1 0 0,1 0 0,-1 0 0,1 1 0,0 0 0,0 0 0,0 0 0,1 0 0,-1 1 0,1 0 0,0 0 0,0 0 0,0 1 0,5-2 0,-4 2 0,0 0 0,-1 0 0,1 0 0,0 1 0,0 0 0,0 1 0,1-1 0,-1 1 0,0 1 0,0-1 0,0 1 0,0 1 0,0-1 0,0 1 0,-2 0 0,-1 0 0,0 0 0,-1 1 0,1-1 0,0 1 0,-1 0 0,1 0 0,-1 0 0,0 1 0,0-1 0,0 1 0,0-1 0,-1 1 0,0 0 0,1 0 0,-1 0 0,-1 0 0,1 1 0,-1-1 0,1 0 0,-1 1 0,0 0 0,3 14 0,0 1 0,0-1 0,-2 1 0,-1-1 0,0 1 0,-1 0 0,-1 0 0,-1-1 0,-2 6 0,3-18 0,-1 0 0,0-1 0,0 1 0,-1 0 0,1-1 0,-2 0 0,1 1 0,0-1 0,-1-1 0,0 1 0,-1 0 0,1-1 0,-1 0 0,0 0 0,-1-1 0,1 1 0,-1-1 0,1 0 0,-1 0 0,0-1 0,-1 0 0,1 0 0,-1 0 0,1-1 0,-1 0 0,0-1 0,0 1 0,-4 0 0,1 0 0,0 0 0,-1-1 0,1 0 0,-1-1 0,1-1 0,-1 1 0,1-2 0,-10-1 0,16 1 0,-1 1 0,1-1 0,-1 0 0,1 0 0,0-1 0,0 1 0,0-1 0,0 0 0,1 0 0,-1 0 0,1-1 0,-1 1 0,1-1 0,0 0 0,1 0 0,-1 0 0,1 0 0,-1 0 0,1 0 0,1-1 0,-2-3 0,-5-14 0,2 0 0,1-1 0,1 1 0,1-1 0,1 0 0,0 0 0,2 1 0,1-1 0,2-13 0,-2 26 0,0 0 0,1 0 0,0 1 0,1-1 0,-1 1 0,2 0 0,-1 0 0,2 0 0,-1 0 0,1 1 0,0 0 0,1 0 0,0 0 0,0 0 0,0 1 0,1 0 0,1 1 0,-1-1 0,1 1 0,0 1 0,0-1 0,0 1 0,6-2 0,-8 5 0,0-1 0,0 1 0,1 0 0,-1 0 0,0 0 0,1 1 0,-1 0 0,1 1 0,-1-1 0,1 1 0,0 1 0,-1-1 0,1 1 0,-1 0 0,1 0 0,-1 1 0,0 0 0,0 0 0,1 1 0,-2-1 0,1 1 0,0 1 0,0-1 0,-1 1 0,0 0 0,0 0 0,0 0 0,0 1 0,-1 0 0,1 0 0,-1 0 0,0 0 0,2 6 0,2 4 0,-2 1 0,0 0 0,0 1 0,-1-1 0,-2 1 0,1 0 0,-1 3 0,1 28 0,-3 45 0,-1-85 0,0 0 0,-1 1 0,-1-1 0,0 0 0,0 0 0,0 0 0,-1 0 0,0 0 0,0-1 0,-1 1 0,0-1 0,-1 0 0,1 0 0,-1 0 0,-1-1 0,1 0 0,-1 0 0,0 0 0,-1 0 0,-5 3 0,4-4 0,0 1 0,-1-1 0,1-1 0,-1 0 0,-1 0 0,1-1 0,0 0 0,-1 0 0,0-1 0,1 0 0,-1-1 0,0 0 0,0-1 0,0 0 0,0 0 0,1-1 0,-9-2 0,14 2 0,1 0 0,-1-1 0,0 1 0,0-1 0,1 0 0,-1 0 0,1 0 0,0-1 0,-1 1 0,1-1 0,0 0 0,0 1 0,1-1 0,-1-1 0,1 1 0,-1 0 0,1-1 0,0 1 0,0-1 0,1 0 0,-1 1 0,1-1 0,0 0 0,0 0 0,-1-4 0,-1-11 0,0-1 0,1 1 0,0-1 0,2-13 0,0 28 0,1-2 0,0 0 0,0 0 0,1 0 0,0 0 0,0 0 0,1 0 0,-1 0 0,2 1 0,-1-1 0,1 1 0,-1 0 0,2 0 0,-1 0 0,1 1 0,0 0 0,0-1 0,0 2 0,1-1 0,0 1 0,4-4 0,-3 4 0,-1 0 0,1 0 0,0 0 0,0 1 0,0 0 0,0 0 0,1 1 0,-1 0 0,1 0 0,-1 1 0,1 0 0,0 0 0,-1 1 0,1 0 0,0 0 0,0 1 0,-1 0 0,1 0 0,0 1 0,0 0 0,-3 0 0,0 1 0,0 0 0,0 0 0,0 1 0,-1-1 0,0 1 0,1 0 0,-1 0 0,0 1 0,-1-1 0,1 1 0,-1 0 0,0 0 0,0 0 0,-1 0 0,1 0 0,-1 1 0,-1-1 0,1 1 0,0-1 0,-1 3 0,4 15 0,-1 0 0,-1 0 0,-1 0 0,-1 19 0,-1-41 0,0 15 0,0 1 0,-1 0 0,-1-1 0,-2 8 0,2-18 0,0 0 0,0 1 0,-1-1 0,0 0 0,0 0 0,0-1 0,-1 1 0,1-1 0,-2 1 0,1-1 0,0-1 0,-4 4 0,2-3 0,0 0 0,0 0 0,0-1 0,0 0 0,-1 0 0,1-1 0,-1 1 0,0-2 0,0 1 0,-1-1 0,1 0 0,0 0 0,-1-1 0,-1 0 0,5 0 0,1-1 0,-1 0 0,0 0 0,0-1 0,0 1 0,0-1 0,1 0 0,-1 0 0,0 0 0,1 0 0,-1-1 0,1 1 0,-1-1 0,1 0 0,0 0 0,0 0 0,0 0 0,0-1 0,0 0 0,0 1 0,0-1 0,1 0 0,0 0 0,-1 0 0,1 0 0,0-1 0,1 1 0,-2-3 0,-5-14 0,1 0 0,1-1 0,1 0 0,0 0 0,2 0 0,0-1 0,1-6 0,0-45 0,5-35 0,-3 106 0,1-11 0,0 0 0,1-1 0,0 1 0,1 0 0,1 0 0,0 1 0,0-1 0,2 1 0,-1 0 0,2 0 0,-4 6 0,0 1 0,1-1 0,0 1 0,0 0 0,0 1 0,1-1 0,0 1 0,-1 0 0,2 0 0,-1 0 0,0 0 0,1 1 0,-1 0 0,1 0 0,0 1 0,0 0 0,0 0 0,1 0 0,-1 1 0,0 0 0,4-1 0,-6 2 0,1-1 0,0 1 0,-1 0 0,1 0 0,-1 0 0,1 1 0,-1 0 0,1 0 0,-1 0 0,1 0 0,-1 0 0,0 1 0,0 0 0,0 0 0,0 0 0,0 1 0,0-1 0,0 1 0,-1 0 0,1 0 0,-1 0 0,5 7 0,-1 0 0,0 1 0,-1-1 0,0 1 0,-1 0 0,0 1 0,0 3 0,2 5 0,-1 0 0,-1 1 0,-1-1 0,0 1 0,-2 0 0,0 10 0,-2 33 0,-4 31 0,4-89 0,-1 0 0,0 1 0,0-1 0,-1 0 0,1 0 0,-1 0 0,-1-1 0,1 1 0,-1 0 0,0-1 0,0 0 0,-1 0 0,1 0 0,-1 0 0,-1 0 0,1-1 0,0 1 0,-1-1 0,0 0 0,0-1 0,0 1 0,-3 0 0,-1 1 0,1-1 0,-1 0 0,0-1 0,-1 0 0,1-1 0,0 0 0,-1 0 0,0-1 0,1 0 0,-1-1 0,0 0 0,1 0 0,-1-1 0,-3-1 0,8 0 0,-1 1 0,1-1 0,0-1 0,0 1 0,0-1 0,0 0 0,0 0 0,1 0 0,-1-1 0,1 1 0,0-1 0,0 0 0,0-1 0,1 1 0,-1-1 0,1 1 0,0-1 0,0 0 0,1 0 0,-1 0 0,1-1 0,-5-10 0,1 0 0,1 0 0,0 0 0,2-1 0,-1 0 0,1-7 0,0 1 0,1-1 0,1 0 0,1 0 0,1 1 0,1-1 0,2-4 0,-3 22 0,1 0 0,-1 1 0,1-1 0,0 0 0,1 0 0,-1 1 0,1-1 0,0 1 0,1 0 0,-1 0 0,1 0 0,0 1 0,0-1 0,1 1 0,-1 0 0,1 0 0,0 0 0,0 1 0,0-1 0,0 1 0,1 1 0,-1-1 0,1 1 0,0 0 0,0 0 0,0 0 0,3 0 0,1 0 0,-1 0 0,0 1 0,1 0 0,-1 0 0,1 1 0,-1 0 0,1 1 0,-1 0 0,1 1 0,2 0 0,-8 0 0,1-1 0,-1 1 0,1 0 0,-1 1 0,0-1 0,0 1 0,0-1 0,0 1 0,0 0 0,-1 1 0,1-1 0,-1 1 0,0-1 0,0 1 0,0 0 0,0 0 0,-1 0 0,0 1 0,0-1 0,0 1 0,0-1 0,0 4 0,3 8 0,-1 1 0,-1-1 0,0 1 0,-1 0 0,-1 0 0,-1 0 0,0 0 0,-1-1 0,-1 1 0,0 0 0,-2 0 0,-2 6 0,4-15 0,0-1 0,-1 1 0,0-1 0,-1 0 0,0 0 0,0-1 0,0 1 0,-1-1 0,0 0 0,0 0 0,-1 0 0,1-1 0,-1 0 0,0 0 0,-1 0 0,1-1 0,-1 0 0,0 0 0,0-1 0,0 0 0,0 0 0,-1 0 0,1-1 0,-1 0 0,0-1 0,0 0 0,-4 1 0,8-2 0,0 1 0,0-1 0,0 1 0,0-1 0,0-1 0,0 1 0,0 0 0,-1-1 0,1 0 0,0 0 0,0 0 0,1 0 0,-1-1 0,0 0 0,0 0 0,1 0 0,-1 0 0,1 0 0,-1-1 0,1 1 0,0-1 0,0 0 0,0 0 0,1 0 0,-1 0 0,1-1 0,-1 1 0,1-1 0,0 1 0,0-1 0,1 0 0,-1 0 0,1 0 0,0 0 0,0 0 0,0 0 0,1 0 0,-1 0 0,1 0 0,0-1 0,-3-40 0,2-1 0,4-44 0,-2 80 0,0 1 0,0-1 0,1 1 0,0 0 0,1 0 0,0 0 0,0 0 0,1 0 0,0 0 0,1 1 0,0 0 0,-2 3 0,0 1 0,0-1 0,1 1 0,-1 1 0,1-1 0,0 0 0,0 1 0,0 0 0,1 0 0,-1 0 0,1 0 0,0 1 0,0 0 0,0 0 0,0 0 0,0 0 0,0 1 0,0 0 0,1 0 0,0 0 0,-1 1 0,-1-1 0,1 1 0,-1 0 0,1 0 0,-1 1 0,1-1 0,-1 1 0,1 0 0,-1 0 0,1 0 0,-1 1 0,0 0 0,0 0 0,0 0 0,0 0 0,0 0 0,0 1 0,-1 0 0,3 2 0,-1 1 0,0 0 0,0 1 0,-1 0 0,0-1 0,0 2 0,-1-1 0,0 0 0,0 0 0,-1 1 0,2 6 0,2 10 0,-1 0 0,-2 0 0,1 9 0,-3-26 0,-1 1 0,0 0 0,0-1 0,0 1 0,-1-1 0,0 1 0,-1-1 0,1 0 0,-1 0 0,-1 1 0,0-1 0,-2 5 0,3-9-79,0-1 1,-1 1-1,1 0 1,0-1-1,-1 1 1,0-1-1,0 0 0,0 0 1,0 0-1,0 0 1,0 0-1,0-1 1,-1 1-1,1-1 0,0 0 1,-1 0-1,1 0 1,-1 0-1,1-1 1,-1 0-1,0 1 0,1-1 1,-1-1-1,1 1 1,-1 0-1,-2-1 79,2 0-421,1 0 0,-1 0 0,0-1 0,1 1 0,-1-1 0,1 1 0,0-1-1,-1 0 1,1 0 0,0-1 0,0 1 0,0-1 0,1 1 0,-1-1 0,-1-2 421,-22-40-13398,5-1 5013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9:35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724 2743 40,'0'0'1284,"0"0"-348,0 0-381,0 0-103,0 0 11,-1 0 1374,-9 0-4270,6 0 5408,1 0 5942,3 0 8253,15-2-17103,0-2-1,0 1 1,0-2 0,-1 0-1,1-1 1,-1 0-1,-1-1 1,1-1 0,7-6-67,2 1-29,-4 3 29,0-2 0,0 1 0,-2-2 0,1-1 0,-2 0 0,0-1 0,0-1 0,-1-1 0,-5 5 0,0 1 0,0 1 0,1 0 0,4-3 0,-6 6 0,1-1 0,-2 0 0,1-1 0,-1 0 0,0-1 0,-1 1 0,3-6 0,9-16 0,2 0 0,1 2 0,1 1 0,3 0 0,18-24 0,40-46 0,-66 74 0,-1 0 0,-2 0 0,0-2 0,-2 0 0,0 0 0,6-23 0,27-65 0,-30 81 0,-1-1 0,6-27 0,-16 47 0,0 1 0,2 0 0,-1 0 0,1 0 0,8-8 0,-6 6 0,0 1 0,-1-1 0,6-15 0,30-68 0,-40 89 0,0 0 0,1 1 0,0 0 0,0 0 0,1 0 0,5-6 0,13-18 0,7-4 0,-25 31 0,-1 0 0,0 0 0,0-1 0,-1 0 0,1 0 0,1-4 0,89-154 0,-23 59 0,-68 98 0,2 0 0,-1 1 0,1-1 0,0 1 0,0 1 0,1-1 0,0 1 0,1-1 0,34-30 0,-21 16 0,1 1 0,1 2 0,1 0 0,0 1 0,1 1 0,21-8 0,2-4 0,-9 13 0,-34 13 0,0 0 0,0-1 0,0 0 0,0 0 0,0 0 0,0 0 0,0-1 0,-1 1 0,1-1 0,-1-1 0,0 1 0,3-3 0,19-15 0,-59 34 0,22-6 0,0 2 0,0 0 0,1 0 0,0 0 0,1 2 0,0-1 0,1 1 0,0 0 0,0 1 0,-1 3 0,-21 30 0,25-37 0,0 0 0,1 1 0,0-1 0,0 1 0,-2 9 0,-12 26 0,7-15 0,11-26 0,-1 0 0,0 0 0,0 0 0,0 0 0,0 0 0,-1 0 0,1 0 0,-1 0 0,0 0 0,0-1 0,0 1 0,0-1 0,-2 2 0,2-1 0,0-1 0,1 1 0,-1 0 0,0 0 0,1 0 0,0-1 0,-1 2 0,1-1 0,0 0 0,1 0 0,-1 0 0,0 3 0,-9 26 0,-26 24 0,15-25 0,11-20 0,0 1 0,1 0 0,0 0 0,1 0 0,0 1 0,1 1 0,1-1 0,-2 6 0,-21 38 0,25-45 0,3-10 0,0 1 0,0 0 0,0-1 0,0 1 0,-1-1 0,1 1 0,-1-1 0,1 1 0,-1-1 0,0 0 0,0 0 0,0 0 0,0 0 0,0 0 0,-1-1 0,1 1 0,-4 0 0,5-1 0,0-1 0,0 0 0,0 0 0,0 0 0,1 0 0,-1-1 0,0 1 0,0 0 0,0 0 0,1 0 0,-1-1 0,0 1 0,0 0 0,1-1 0,-1 1 0,0 0 0,0-1 0,1 1 0,-1-1 0,0 0 0,1 1 0,-1-1 0,1 1 0,-1-1 0,1 0 0,-1 1 0,1-1 0,0 0 0,-1 0 0,1 1 0,0-1 0,-1 0 0,1 0 0,0 0 0,0 0 0,-4-23 0,2-74 0,-1 32 0,4-1 0,4-11 0,-3 63 0,2 0 0,0 0 0,1 0 0,4-10 0,6-15 0,-7 18 0,1 0 0,1 1 0,2 0 0,0 1 0,1 0 0,0 1 0,2 0 0,0 1 0,13-10 0,-19 21 0,1-1 0,0 2 0,0-1 0,1 2 0,0-1 0,0 1 0,0 1 0,1 0 0,0 1 0,-1 0 0,7 0 0,-16 2 0,0 1 0,0-1 0,0 0 0,1 1 0,-1-1 0,0 0 0,0 0 0,-1-1 0,1 1 0,0 0 0,0-1 0,0 1 0,11-7 0,-6 6 0,0-1 0,-1-1 0,1 1 0,0-1 0,-1-1 0,1 0 0,17-10 0,6-3 0,2 2 0,0 2 0,0 0 0,1 3 0,1 0 0,13-1 0,-42 11 0,-24 11 0,-1 1 0,2 1 0,0 0 0,0 2 0,-9 9 0,-83 84 0,63-59 0,21-21 0,2 0 0,1 2 0,1 1 0,2 0 0,1 2 0,1 0 0,2 1 0,1 0 0,2 2 0,1 0 0,2 0 0,-6 36 0,-8 72 0,18-108 0,1-2 0,-2 0 0,-2-1 0,-2 7 0,-62 171 0,53-133 0,15-52 0,-1 0 0,-2 0 0,0-1 0,-2-1 0,0 1 0,-2-1 0,-26 38 0,-2-1 0,-4-2 0,-1-2 0,-4-2 0,-1-2 0,-9 3 0,-87 85 0,-70 90 0,185-204 0,30-23 0,1-1 0,-1 0 0,1-1 0,-1 1 0,1 0 0,-1-1 0,0 1 0,0-1 0,1 1 0,-1-1 0,0 1 0,0-1 0,0 0 0,-1 1 0,1-1 0,0 0 0,0 0 0,-1 0 0,1 0 0,-1 0 0,0 0 0,-8 9 0,2-5 0,1 1 0,-1-1 0,0 0 0,-1-1 0,1 0 0,-1 0 0,1-1 0,-1 0 0,0-1 0,-5 1 0,-20 8 0,11-3 0,0-1 0,-1-1 0,0-1 0,0-1 0,0-1 0,0-2 0,-1 0 0,1-1 0,-1 0 0,8 0 0,0 0 0,0-1 0,0 0 0,-9-3 0,20 2 0,0 0 0,-1 0 0,1 0 0,0-1 0,0 0 0,1 0 0,-1-1 0,0 1 0,1-1 0,0-1 0,0 1 0,0-1 0,-2-3 0,-2-2 0,1 0 0,-1 0 0,2-1 0,0-1 0,0 1 0,1-1 0,0 0 0,1-1 0,1 1 0,0-1 0,0 0 0,1 0 0,1 0 0,1 0 0,-1-1 0,2-4 0,-13-111 0,10 82 0,-1-1 0,-8-25 0,10 59 0,-1-8 0,-2-1 0,-1 1 0,-5-14 0,-26-78 0,25 59 0,9 36 0,-1 1 0,-1 0 0,-5-11 0,-7-23 0,14 39 0,-1 0 0,-1 0 0,0 1 0,0 0 0,-8-11 0,9 14 0,-1-1 0,1 1 0,1-1 0,0 0 0,0 0 0,1 0 0,-13-39 0,4 17 0,1-2 0,-5-30 0,7 28 0,-1 1 0,-10-23 0,9 26 0,1 0 0,-5-27 0,-10-42 0,14 63 0,2 0 0,0-11 0,2 17 0,0-68 0,-13-26 0,-1 12 0,9 0 0,8 73 0,-2 0 0,-4-16 0,1-14 0,8 58 0,0 1 0,-2 0 0,1 0 0,-2-1 0,1 1 0,-2 0 0,-2-5 0,3 10 0,0 2 0,1 0 0,0-1 0,0 1 0,0 0 0,1-1 0,0 1 0,0-1 0,0-3 0,-6-26 0,2 29 0,4 3 0,1-6 0,1 4 0,0 1 0,-1-1 0,0 1 0,0-1 0,0 1 0,0-1 0,-1 1 0,1-1 0,-1 1 0,-1-1 0,1 1 0,-2-3 0,-5-36 0,7 40 0,-9-12 0,2-17 0,7 21 0,-1 18 0,-1 21 0,1 38 0,0-36 0,1 0 0,2 0 0,4 26 0,45 142 0,-45-177 0,1-1 0,1 0 0,3 6 0,-2-7 0,-1 1 0,-1 0 0,3 15 0,-1 0 0,1 0 0,4 7 0,9 33 0,-18-33 0,-4-35 0,0-1 0,0 0 0,1 1 0,0-1 0,0 0 0,1 0 0,-1 0 0,3 4 0,4 9 0,-2 1 0,0-1 0,1 8 0,1 10 0,-5-19 0,2 0 0,-1-1 0,2 0 0,6 13 0,19 51 0,-20-58 0,-1 0 0,-1 0 0,3 15 0,12 31 0,43 121 0,-37-98 0,14 25 0,20 37 0,-59-131 0,-5-21 0,1 1 0,-1-1 0,1 1 0,-1-1 0,1 0 0,0 1 0,-1-1 0,1 0 0,0 1 0,1-1 0,-1 0 0,0 0 0,2 2 0,0 1 0,0-1 0,-1 1 0,0 0 0,0 0 0,0 0 0,0 0 0,-1 1 0,12 25 0,-1 13 0,-11-39 0,-1 0 0,1 0 0,1 0 0,-1 0 0,1 0 0,0 0 0,0-1 0,1 1 0,23 68 0,-22-65 0,0 0 0,-1 1 0,0 0 0,0 0 0,0-1 0,-1 1 0,-1 1 0,0-1 0,0 5 0,1-11 0,2 0 0,-3 5 0,-1-8 0,0 0 0,0 1 0,-1-1 0,1 0 0,0 0 0,0 1 0,0-1 0,0 0 0,0 1 0,0-1 0,0 0 0,0 1 0,0-1 0,0 0 0,0 0 0,0 1 0,0-1 0,0 0 0,0 1 0,0-1 0,1 0 0,-1 0 0,0 1 0,0-1 0,0 0 0,0 0 0,0 1 0,1-1 0,-1 0 0,0 0 0,0 0 0,0 1 0,1-1 0,-1 0 0,0 0 0,0 0 0,1 0 0,-1 0 0,0 1 0,0-1 0,1 0 0,-1 0 0,0 0 0,1 0 0,-1 0 0,0 0 0,3 46 0,4-14 0,-7-27 0,1 1 0,0-1 0,0 0 0,1 0 0,-1 0 0,1 0 0,2 3 0,-2-4 0,0-2 0,-1 0 0,0 0 0,0 0 0,0 1 0,0-1 0,-1 0 0,1 0 0,0 0 0,-1 1 0,0-1 0,1 0 0,-1 3 0,2 2 0,-1-6 0,-1 0 0,1 0 0,0 1 0,-1-1 0,1 0 0,-1 0 0,0 0 0,1 1 0,-1-1 0,0 0 0,0 0 0,0 1 0,0-1 0,0 0 0,0 1 0,0-1 0,0 0 0,0 0 0,-1 1 0,2 5 0,0-1 0,1 1 0,-1-1 0,1 1 0,0-1 0,1 0 0,0 0 0,0 0 0,0 0 0,1 0 0,-1-1 0,2 1 0,-1 0 0,0-1 0,-1 1 0,0 0 0,0 0 0,0 0 0,0 0 0,-1 0 0,0 1 0,0-1 0,-1 1 0,0-1 0,0 2 0,12 24 0,-14-32 0,0 1 0,-1-1 0,1 1 0,0-1 0,0 0 0,-1 0 0,1 1 0,0-1 0,-1 0 0,1 0 0,0 0 0,-1 0 0,1-1 0,0 1 0,-1 0 0,1 0 0,0-1 0,0 1 0,-1-1 0,-11-9 0,0 0 0,1-1 0,0 0 0,1-1 0,1 0 0,-1-1 0,-5-11 0,-15-16 0,14 17 0,1-1 0,2 0 0,0-1 0,2-1 0,0 0 0,2 0 0,1-1 0,1 0 0,2-1 0,0 1 0,2-2 0,1-1 0,-54-378 0,18 178 0,14 29 0,16 119 0,-30-102 0,36 162 0,-1-10 0,-1 1 0,-2 0 0,-5-16 0,-12-58 0,-10-38 0,29 126 0,0-1 0,2 1 0,0-1 0,1-8 0,-5-27 0,3 29 0,2 0 0,0-24 0,-11-19 0,4 34 0,7 28 0,1 1 0,-1 0 0,1 0 0,0-1 0,0 1 0,0-1 0,0 1 0,1-1 0,-10-40 0,8 39 0,0-1 0,0 1 0,1-1 0,0 1 0,0-1 0,0-2 0,-8-35 0,7 38 0,0 0 0,0 0 0,1 0 0,0 0 0,0 0 0,0-4 0,1 10 0,0 0 0,0 0 0,0 0 0,-1 0 0,1 0 0,0 0 0,0 0 0,0 0 0,0 0 0,0 0 0,0 0 0,-1 0 0,1 0 0,0 0 0,0 0 0,0 0 0,0 0 0,0-1 0,0 1 0,0 0 0,0 0 0,-1 0 0,1 0 0,0 0 0,0 0 0,0 0 0,0 0 0,0 0 0,0 0 0,0-1 0,0 1 0,0 0 0,0 0 0,-4 17 0,4 25-5119,0 19-11133,0-28 7385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9:17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85 776,'0'0'1288,"0"0"-330,0 0-131,0 0-59,0 0-103,0 0-120,1-1-431,-1 1 0,1-1 0,-1 0 1,1 1-1,-1-1 0,1 1 0,-1-1 1,1 1-1,-1-1 0,1 1 0,-1-1 1,1 1-1,0 0 0,-1-1 1,1 1-1,0 0 0,0 0 0,-1-1 1,1 1-1,0 0 0,-1 0 0,1 0 1,0 0-1,0 0 0,0 0-114,105-22 2959,84-15-849,-137 30-4590,0 1 1,32 2 2479,-83 4-3052,-2 0 261,0 0-87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9:17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0 944,'0'0'1036,"0"0"-490,0 0-239,0 0-109,0 0-96,0 0-69,32 13-24,97 40-6,-123-51 0,0 0-1,0 0 1,-1 1-1,1-1 1,-1 1-1,0 0 1,0 1-1,0-1 1,0 1-1,0 0 1,-1 0-1,0 1 1,0-1-1,1 2-2,11 14 53,-14-18-28,0-1-1,-1 1 1,1 0 0,-1 1-1,1-1 1,-1 0-1,0 0 1,0 1 0,0-1-1,0 0 1,0 1-1,-1-1 1,1 1 0,-1-1-1,1 1 1,-1 0 0,0-1-1,0 1 1,0-1-1,-1 1 1,1-1 0,0 1-1,-1-1 1,0 1 0,1-1-1,-1 1 1,0-1-1,0 0 1,-1 1-25,0 2 62,-1-1 0,0 1 0,0-1 0,-1 0-1,1 0 1,-1 0 0,0 0 0,0-1 0,0 0 0,0 1 0,-1-1 0,1-1-1,-1 1 1,-1 0-62,-68 18 814,62-19-870,-1 0 0,0 2 1,1-1-1,0 2 0,0-1 1,0 2-1,1 0 0,-4 2 56,13-6-129,1-2 48,0 0-1,1 1 0,-1-1 0,0 1 1,1-1-1,-1 1 0,1-1 0,-1 1 1,1 0-1,-1-1 0,1 1 0,-1 0 0,1-1 1,0 1-1,-1 0 0,1-1 0,0 1 1,-1 0-1,1 0 0,0-1 0,0 1 0,0 0 1,0 0 81,0 5-1429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9:18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181 315 1408,'0'0'587,"0"0"-211,0 0-164,0 0-28,0 0 16,0 0-14,17 0 59,5-1-161,-1-1 49,0 2 0,0 0-1,0 1 1,0 1 0,9 2-133,41 28 184,-137-30 151,50-3-315,-1-1-1,1 0 1,-1-2 0,1 1-1,0-2 1,0 0 0,1-1-1,-1-1 1,1-1-1,-7-4-19,-2-3 35,1 0 0,0-1-1,1-2 1,1 0-1,-18-20-34,37 36 39,0-1-1,-1 1 0,1-1 0,0 1 1,0-1-1,0 0 0,1 0 0,-1 0 1,1 0-1,-1 0 0,1 0 0,0-1 1,0 1-1,1 0 0,-1-1 1,1 1-1,-1 0 0,1-1 0,0 1 1,0-1-1,1 1 0,-1-2-38,2 1 47,-1 0-1,1 0 1,0 1-1,0-1 1,0 1-1,1-1 1,-1 1-1,1 0 1,0-1-1,0 2 1,0-1-1,0 0 1,0 0-1,0 1 1,1 0-1,0 0 1,1-1-47,14-6 55,1 1 1,0 1 0,0 1 0,1 1-1,-1 1 1,1 0 0,8 1-56,-5 0-156,-5 2-3612,-18 1 1515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9:38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104 362 1000,'0'0'1251,"0"0"-312,0 0-85,0 0 20,0 0 67,-1 1-631,1-1 0,-1 0 0,1 1 0,0-1 0,-1 0 0,1 1 0,-1-1 0,1 1 0,0-1 0,-1 0 0,1 1 0,0-1 0,-1 1 1,1-1-1,0 1 0,0-1 0,0 1 0,0-1 0,-1 1 0,1-1 0,0 1 0,0-1 0,0 1 0,0 0 0,0-1 0,0 1 0,0-1 0,0 1-310,5 108 5050,5 1-1,11 36-5049,-5-38 4064,-4 2 0,-4 38-4064,-8-70 0,0-58 0,0-53 0,-4-64 0,-5-13 0,0 12 0,5-13 0,4-419 0,0 640 0,-11 391 0,-4-35 0,14-462 0,0-6 0,-3-15 0,-2-32 0,3-400 0,5 235 0,-2-308 0,1 514 0,-1 8 0,0 0 0,0 0 0,0 0 0,0 0 0,0 1 0,0-1 0,1 0 0,-1 0 0,0 0 0,0 0 0,0 0 0,0 0 0,0 0 0,0 0 0,0 1 0,0-1 0,0 0 0,0 0 0,0 0 0,0 0 0,0 0 0,1 0 0,-1 0 0,0 0 0,0 0 0,0 0 0,0 0 0,0 0 0,0 0 0,0 1 0,1-1 0,-1 0 0,0 0 0,0 0 0,0 0 0,0 0 0,0 0 0,0 0 0,1 0 0,-1 0 0,0-1 0,0 1 0,0 0 0,0 0 0,0 0 0,0 0 0,0 0 0,1 0 0,-1 0 0,0 0 0,0 0 0,0 0 0,0 0 0,0 0 0,0 0 0,0-1 0,5 20 0,-1 0 0,0 0 0,-2 1 0,0-1 0,-1 16 0,1 10 0,6 519 0,-10-346 0,-23 254 0,23-425 0,2-47 0,0 0 0,0-1 0,0 1 0,0 0 0,-1 0 0,1 0 0,0-1 0,0 1 0,0 0 0,0 0 0,-1 0 0,1-1 0,0 1 0,0 0 0,0 0 0,-1 0 0,1 0 0,0 0 0,0 0 0,-1-1 0,1 1 0,0 0 0,0 0 0,-1 0 0,1 0 0,0 0 0,-1 0 0,1 0 0,0 0 0,0 0 0,-1 0 0,1 0 0,0 0 0,0 0 0,-1 1 0,1-1 0,0 0 0,0 0 0,-1 0 0,1 0 0,0 0 0,0 0 0,0 1 0,-1-1 0,1 0 0,0 0 0,0 0 0,0 1 0,-1-1 0,1 0 0,0 0 0,0 0 0,0 1 0,0-1 0,0 0 0,0 0 0,0 1 0,0-1 0,-1 0 0,1 0 0,0 1 0,0-1 0,0 0 0,-7-31 0,1 0 0,1 0 0,2 0 0,0-1 0,3-27 0,-1 17 0,2-434 0,28-99 0,-27 419 0,0 388 0,1 33 0,-29 230 0,18-381 0,4 63 0,-2-111 0,6-66 0,0 0 0,0 0 0,0 0 0,0 0 0,-1 0 0,1 0 0,0-1 0,0 1 0,0 0 0,0 0 0,0 0 0,0 0 0,0 0 0,0 0 0,-1 0 0,1-1 0,0 1 0,0 0 0,0 0 0,0 0 0,0 0 0,0 0 0,-1 0 0,1 0 0,0 0 0,0 0 0,0 0 0,0 0 0,-1 0 0,1 0 0,0 0 0,0 0 0,0 0 0,0 0 0,0 0 0,-1 0 0,1 0 0,0 0 0,0 0 0,0 0 0,0 0 0,0 0 0,-1 0 0,1 1 0,0-1 0,0 0 0,0 0 0,0 0 0,0 0 0,0 0 0,0 0 0,-1 0 0,0-6 0,-1 0 0,1-1 0,-1 0 0,2 1 0,-1-1 0,1 0 0,0-5 0,0-15 0,-8-899 0,10 528 0,8 618 0,0-46 0,1 147 0,10 532 0,-14-675 0,-8-198 0,-2-1 0,0 0 0,-5-18 0,-9-60 0,1-262 0,25-260 0,4 465 0,-6 86 0,-1-36 0,-4 91 0,2 23 0,3 32 0,7 168 0,-13 179 0,-3-175 0,2 349 0,-2-588 0,0 0 0,-2-1 0,-5-17 0,-7-51 0,-2-195 0,15-191 0,5 253 0,-2-34 0,6 328 0,-6 1313 0,-19-2237 0,19 822 0,0-141 0,18-124 0,-18 438 0,1-41 0,-1 1135 0,-6-1374 0,-9-31 0,-7-107 0,21-413 0,2 676 0,-1-11 0,1 1 0,2-1 0,1 1 0,7-24 0,-11 53 0,-1 0 0,1 0 0,0 0 0,0 1 0,0-1 0,0 0 0,0 0 0,0 0 0,0 0 0,0 0 0,0 1 0,0-1 0,0 0 0,0 0 0,0 0 0,0 0 0,0 0 0,1 1 0,-1-1 0,0 0 0,0 0 0,0 0 0,0 0 0,0 0 0,0 0 0,0 1 0,0-1 0,0 0 0,0 0 0,1 0 0,-1 0 0,0 0 0,0 0 0,0 0 0,0 0 0,0 0 0,0 0 0,1 0 0,-1 1 0,0-1 0,0 0 0,0 0 0,0 0 0,0 0 0,1 0 0,-1 0 0,0 0 0,0 0 0,0 0 0,0 0 0,0 0 0,1 0 0,-1-1 0,0 1 0,0 0 0,0 0 0,0 0 0,0 0 0,0 0 0,1 0 0,-1 0 0,0 0 0,0 0 0,0 0 0,0-1 0,0 1 0,0 0 0,0 0 0,0 0 0,5 24 0,-1 442 0,-7-247 0,3 515 0,-2-781 0,-2-1 0,-6-18 0,-5-47 0,2-130 0,12-41 0,1 178 0,4-44 0,7-1 0,21-90 0,-27 312 0,-5 1142 0,-15-1289 0,-11-130 0,10-1 0,8-136 0,8 305 0,8 110 0,-3 447-114,-5-380-886,0-138 855,-1 17-5635,-4-4-8287,-2-7 5671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9:39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14 478 872,'0'0'1466,"0"0"-107,0 0-132,0 0 337,0 0 635,0 0 1307,-8-3 13185,4 1-12808,4-2-3883,-1 0 0,1 0 0,-1 0 0,1-1 0,0 1 0,1 0 0,-1 0 0,1 0 0,0 0 0,0 0 0,0 0 0,0 0 0,1-1 0,-1 2 0,5-18 0,76-281 0,-77 283 0,-3 7 0,1 0 0,0 1 0,1-1 0,0 1 0,1-1 0,-5 12 0,0 1 0,0-1 0,0 0 0,0 0 0,0 0 0,0 1 0,0-1 0,0 0 0,1 0 0,-1 0 0,0 0 0,0 1 0,0-1 0,0 0 0,0 0 0,0 0 0,0 0 0,0 0 0,0 1 0,1-1 0,-1 0 0,0 0 0,0 0 0,0 0 0,0 0 0,0 0 0,0 0 0,1 0 0,-1 1 0,0-1 0,0 0 0,0 0 0,0 0 0,1 0 0,-1 0 0,0 0 0,0 0 0,0 0 0,1 0 0,-1 0 0,0 0 0,0 0 0,0 0 0,0 0 0,1 0 0,-1 0 0,0 0 0,0 0 0,0-1 0,0 1 0,1 0 0,-1 0 0,0 0 0,0 0 0,0 0 0,0 0 0,0 0 0,0-1 0,1 1 0,-1 0 0,0 0 0,0 0 0,0 0 0,18 146 0,22 292 0,-8-216 0,-31-196 0,-1-17 0,0-14 0,1-15-1479,1 0-1,1 0 1,1 1-1,4-15 1480,6-27-7730,-1-10-5300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9:43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856 3231 8,'0'0'1190,"0"0"-392,0 0-191,0 0 31,0 0 81,0 0 87,0 0 276,0 0 502,0 0 693,-2 5 10988,-4 4-3725,0-6-9299,6-3-169,-25-2-132,23 1 60,1 0 0,0 0 0,0 0 0,-1 0 0,1 0 0,0 0 0,0 0 0,0 0 0,0-1 0,0 1 0,1 0 0,-1-1 0,0 1 0,0-1 0,1 1 0,-1-1 0,1 1 0,0-1 0,-1 1 0,1-1 0,0 1 0,0-1 0,0 0 0,0 1 0,0-1 0,0 0 0,-1-4 0,-3-9 0,1 1 0,1-1 0,-1 1 0,2-1 0,0 0 0,1-6 0,-13-66 0,11 26 0,-4 1 0,-6-20 0,0-9 0,-31-185 0,-11 2 0,-13 3 0,-62-151 0,-69-137 0,147 394 0,-3-49 0,9 33 0,18 61 0,-6-73 0,20 130 0,7 92 0,-7 46-396,8-26-5589,4-10-13600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5:24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1014 121 2417,'0'0'3200,"0"0"-613,0 0 781,0 0 1624,0 0 137,0 0-1806,0 0-362,-20 0 1829,-420-6-4790,417 8 0,1 1 0,-1 1 0,1 1 0,0 1 0,0 1 0,-12 7 0,-17 4 0,36-13 0,1 1 0,0 0 0,0 1 0,0 1 0,1 0 0,1 1 0,-1 1 0,1 0 0,1 0 0,0 1 0,0 1 0,1 0 0,1 0 0,-8 13 0,-7 16 0,2 1 0,2 2 0,1 0 0,0 9 0,10-24 0,1 0 0,1 0 0,1 1 0,2 0 0,0 17 0,1 54 0,5 1 0,-1-5 0,1-75 0,2 1 0,0 0 0,1-1 0,6 15 0,35 150 0,-39-167 0,1 0 0,1 0 0,0-1 0,2 0 0,0-1 0,6 7 0,3 1 0,2-1 0,1-1 0,14 11 0,-12-15 0,1-1 0,1-1 0,0-2 0,1 0 0,1-2 0,0-1 0,1-2 0,0-1 0,0-1 0,1-1 0,1-2 0,-1-1 0,2-1 0,267 13 0,-69 11 0,-98-10 0,1-6 0,8-5 0,487-1 0,-604-8 0,1-1 0,-1-2 0,0 0 0,-1-1 0,22-9 0,-11 4 0,199-65 0,-214 68 0,0 0 0,-1-2 0,0 0 0,0-1 0,-1-1 0,3-4 0,6-2 0,-12 8 0,0 0 0,-1-2 0,-1 1 0,0-1 0,0-1 0,-1-1 0,-1 1 0,0-2 0,-1 0 0,0 0 0,3-9 0,-2 3 0,-1-1 0,-2 0 0,0-1 0,-1 1 0,-1-1 0,2-21 0,-2-4 0,-2 0 0,-2-14 0,-1-10 0,1 14 0,-3 0 0,-3 1 0,-6-28 0,0 26 0,-3 1 0,-3 0 0,-4-6 0,-27-47 0,40 98 0,0 0 0,-1 1 0,0 0 0,0 1 0,-2-1 0,1 2 0,-4-3 0,-15-12 0,1-1 0,-1 2 0,-2 1 0,-25-16 0,26 21 0,-1 1 0,-1 1 0,0 2 0,-1 1 0,-24-6 0,-28-7 0,53 14 0,-1 3 0,0 0 0,-20-1 0,-116-22 0,91 16 0,-29-1 0,52 12 0,-1 2 0,0 3 0,1 2 0,-1 2 0,1 3 0,-34 9 0,37-7 0,-1-3 0,0-1 0,0-3 0,0-2 0,-3-2 0,-84 0 0,133 2 0,4 11-3623,3 2-6487,-1-13 7860,0 22-11797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5:38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111 159 32,'0'0'211,"0"0"630,0 0-314,0 0-262,0 0-13,0 0 27,0 0-40,0 0-31,0 0 100,0 0 125,0 0 44,0 0 35,0 0 52,0 0 99,0 0 89,0 0 16,0 0-33,0 0-38,0 9 5556,0 12-4819,0 259 2283,-19-178-2605,10-65-847,7-32-258,0-1-1,0 1 0,1 0 1,0 0-1,0 0 0,0 0 1,0 2-7,-12 58 0,14-19-37,1-22 46,-2 0 0,-1 0 0,-1 1 1,-3 9-10,2-11 6,1-1 0,1 0 0,1 1 0,3 20-6,-1 17-26,-2 249-211,1-309 204,3 0 11,-3 0 44,-1 0 11,0 0 4,0 0-3,0 0-2,0 0 0,0 0 0,0 0-11,0 0-70,0 0-95,0 0 84,0 0-6,40 0-237,382 0 472,-290 2-66,0 5 0,-1 6 0,3 6-103,-35-4 157,1-5 0,38-3-157,204-8 598,-140-1-497,159 4 162,376-4 1181,-614-7-597,5-5-847,-52 4 46,116-20 262,-96 12 127,19 3-435,-60 8 306,0-3 0,33-12-306,-46 11 141,0 1-1,1 3 1,0 1-1,30 0-140,181-6 122,-1 1-270,-99 16 209,12 9-61,-11-2 79,12-5-79,-131-9 0,0-2 0,33-7 0,16-2 0,-83 13-15,-1 0 0,1 0 0,0-1 1,0 1-1,-1 0 0,1-1 0,0 1 1,-1-1-1,1 0 0,-1 0 0,1 1 1,-1-1-1,1 0 0,-1 0 0,1 0 1,-1-1-1,0 1 0,0 0 0,0 0 1,1-1-1,-1 1 0,0 0 0,-1-1 1,1 1-1,0-1 0,0 0 0,-1 1 0,1-2 15,0-3-104,0-1 0,0 0 0,-1 0 0,1 0 0,-2 0-1,0-6 105,0-14-104,-1-13 178,-2 0-1,-2 1 1,-8-29-74,4 20 81,2 0 0,1-14-81,-19-210 413,7 95-180,14 86-358,7-67 125,0 38 4893,-3 123-4852,1-1 0,-1 0 0,0 0 0,0 1 0,0-1 0,0 0 0,0 0 0,-1 0 1,1 0-1,0 0 0,-1-1 0,0 1 0,1 0 0,-1-1 0,0 1 0,0-1 0,0 1 0,-1 0-41,-45 27 310,32-20-284,-19 8-26,-1-1 0,0-2 0,-1-2 0,0-1 0,-1-2 0,-16 2 0,13-5 0,0-2 0,0-2 0,0-1 0,0-3 0,-19-3 0,21-2 0,-1-2 0,2-1 0,-1-2 0,-6-5 0,-86-25 0,60 24 0,0 3 0,-1 2 0,-31 2 0,-208 0 0,-58 16 0,308 1 0,1 3 0,-1 2 0,2 3 0,-8 5 0,-65 15 0,110-29 0,-382 78 0,297-67 0,-1-4 0,-89-3 0,70-11 0,0-7 0,1-5 0,0-5 0,-78-25 0,94 21 0,0 4 0,-80-2 0,149 17 0,-62-5 0,-13 4 0,-486 34 0,330-20 0,253-6 0,13-2 0,12-2 0,0 1 0,0 0 0,0 0 0,0 0 0,0 1 0,0 0 0,2 1 0,1-1 0,15 9 0,-5-1 0,-18-7 0,-3 26 0,0 0 0,-2 0 0,-1 0 0,-2-1 0,0 0 0,-6 12 0,-18 77 0,18-42 0,3 1 0,4 0 0,2 21 0,4-96 0,0 1 0,0-1 0,0 1 0,0-1 0,0 1 0,0-1 0,0 0 0,0 1 0,0-1 0,0 1 0,0-1 0,1 1 0,-1-1 0,0 0 0,0 1 0,0-1 0,0 0 0,1 1 0,-1-1 0,0 1 0,1-1 0,-1 0 0,0 0 0,0 1 0,1-1 0,-1 0 0,0 1 0,1-1 0,-1 0 0,1 0 0,-1 0 0,0 1 0,1-1 0,-1 0 0,1 0 0,-1 0 0,1 0 0,-1 0 0,0 0 0,1 0 0,-1 0 0,1 0 0,-1 0 0,1 0 0,-1 0 0,0 0 0,1 0 0,35-1-4649,6-11-7234,-3-9-519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6:0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1 192,'0'0'40,"0"0"-40,0 0-232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6:10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353 165 392,'0'0'2803,"0"0"-864,0 0-816,0 0 84,0 0 390,0 0-108,0 0-290,0 0 382,-1 1 1334,6 13-1655,24 26 366,2-1 0,15 13-1626,12 16 780,48 65 161,93 109-647,-215-249 911,-16-15-951,-166-145-137,-100-114-117,286 268-3,-60-62-26,-50-69 29,122 144 7,0 0 0,0 0 0,0 0 1,0 0-1,1 0 0,-1 0 0,0 0 0,0 1 1,0-1-1,0 0 0,0 0 0,0 0 0,0 0 0,0 0 1,0 0-1,0 0 0,1 0 0,-1 0 0,0 0 1,0 0-1,0 0 0,0 0 0,0 0 0,0 0 0,0 0 1,1 0-1,-1 0 0,0 0 0,0 0 0,0 0 1,0 0-1,0 0 0,0 0 0,0 0 0,0 0 0,0 0 1,1 0-1,-1 0 0,0-1 0,0 1 0,0 0 1,0 0-1,0 0 0,0 0 0,0 0 0,0 0 0,0 0 1,0 0-1,0 0 0,0 0 0,0-1 0,0 1 1,0 0-1,1 0 0,-1 0 0,0 0 0,0 0 1,0 0-1,0 0 0,0 0 0,0-1 0,0 1 0,0 0 1,-1 0-1,1 0-7,13 6 369,88 65 2394,67 64-2763,-113-89 200,129 106 328,201 161 151,-295-250-393,-87-59-196,-22-29 1833,-267-274-777,243 252-1146,-30-33 0,3-3 0,-20-36 0,91 119 0,-1 0-1,0 0 1,0 0 0,0 0 0,0 0-1,0 0 1,1 0 0,-1 0-1,0 0 1,0 0 0,0 0 0,0 0-1,1 0 1,-1 0 0,0 0-1,0 0 1,0 0 0,0 0 0,0 0-1,0 0 1,1-1 0,-1 1-1,0 0 1,0 0 0,0 0-1,0 0 1,0 0 0,0 0 0,0 0-1,0-1 1,0 1 0,1 0-1,-1 0 1,0 0 0,0 0 0,0 0-1,0 0 1,0-1 0,0 1-1,0 0 1,0 0 0,0 0 0,0 0-1,0-1 1,0 1 0,0 0 0,24 13-60,0 0 0,0 2 0,-1 0 0,-1 2 0,20 19 60,7 5 8,551 456 297,-575-478-305,-87-90 0,-136-126 0,9-9 0,-17-39 0,180 208 0,23 29 0,8 7 0,9 8 0,-1 0 0,-1 1 0,1 0 0,-1 1 0,-1 0 0,1 2 0,15 10 0,429 364 0,-374-314 0,23 22 0,11 21 0,-457-438 0,290 274 0,-26-25 0,3-3 0,3-3 0,-42-66 0,114 143 0,10 9 0,17 12 0,228 197 0,135 153 0,-360-336 0,-28-27 0,-6-7 0,-47-42 0,18 16 0,-220-205 0,-28-52 0,385 369 0,295 277 0,-345-293 0,-53-62 0,-11-6 0,-14-8 0,-78-51 0,3-3 0,2-5 0,-5-12 0,101 80 0,-227-192 0,82 67 0,120 106 0,18 20 0,13 16 0,-6-17 0,18 36 0,2 0 0,1-2 0,1 0 0,5 2 0,16 26 0,-2-1 0,154 239 0,-186-281 0,-9-19 0,0 0 0,0 1 0,0-1 0,0 0 0,0 0 0,0 1 0,0-1 0,0 0 0,0 0 0,0 1 0,0-1 0,0 0 0,-1 0 0,1 0 0,0 1 0,0-1 0,0 0 0,0 0 0,0 0 0,0 1 0,-1-1 0,1 0 0,0 0 0,0 0 0,0 1 0,0-1 0,-1 0 0,1 0 0,0 0 0,0 0 0,0 0 0,-1 0 0,1 0 0,0 1 0,0-1 0,-1 0 0,1 0 0,0 0 0,0 0 0,0 0 0,-1 0 0,1 0 0,0 0 0,0 0 0,-1 0 0,1 0 0,0 0 0,0 0 0,-1-1 0,1 1 0,0 0 0,0 0 0,0 0 0,-1 0 0,1 0 0,0 0 0,0-1 0,-16-4 0,-38-22 0,1-3 0,2-1 0,1-3 0,-18-17 0,-183-165 0,237 203 0,-142-133 0,153 146 0,5 8 0,8 14 0,68 95 0,-41-64 0,-1 2 0,-3 0 0,-3 3 0,21 54 0,-44-91 0,-7-21 0,0 1 0,0-1 0,0 0 0,0 0 0,1 1 0,-1-1 0,0 0 0,0 1 0,0-1 0,0 0 0,0 0 0,0 1 0,0-1 0,0 0 0,0 0 0,0 1 0,0-1 0,0 0 0,0 0 0,-1 1 0,1-1 0,0 0 0,0 0 0,0 1 0,0-1 0,0 0 0,0 0 0,-1 1 0,1-1 0,0 0 0,0 0 0,0 0 0,-1 1 0,1-1 0,0 0 0,0 0 0,-1 0 0,1 0 0,0 0 0,0 0 0,-5 1 0,1-1 0,0-1 0,0 1 0,0-1 0,0 0 0,-1 0 0,1 0 0,0 0 0,1-1 0,-1 1 0,0-1 0,0 0 0,1 0 0,-1-1 0,1 1 0,-1-1 0,-1-1 0,-5-4 0,-110-79 0,4-5 0,-72-76 0,100 87 0,182 169 0,-4 4 0,-4 3 0,-4 5 0,52 83 0,-134-183 0,0 1 0,1-1 0,-1 0 0,0 0 0,0 0 0,1 1 0,-1-1 0,0 0 0,0 1 0,1-1 0,-1 0 0,0 0 0,0 1 0,0-1 0,1 0 0,-1 1 0,0-1 0,0 0 0,0 1 0,0-1 0,0 1 0,0-1 0,0 0 0,0 1 0,0-1 0,0 0 0,0 1 0,0-1 0,0 0 0,0 1 0,0-1 0,0 0 0,0 1 0,-1-1 0,1 0 0,0 1 0,0-1 0,0 0 0,0 1 0,-1-1 0,1 0 0,0 1 0,0-1 0,-1 0 0,1 0 0,-20-3 0,-26-19 0,-217-141 0,259 160 0,-18-11 0,22 14 0,0 0 0,0 0 0,0 0 0,0 1 0,0-1 0,0 0 0,0 0 0,0 0 0,0 0 0,0 1 0,0-1 0,0 0 0,0 0 0,0 0 0,0 0 0,-1 0 0,1 1 0,0-1 0,0 0 0,0 0 0,0 0 0,0 0 0,0 0 0,-1 0 0,1 0 0,0 0 0,0 1 0,0-1 0,0 0 0,-1 0 0,1 0 0,0 0 0,0 0 0,0 0 0,0 0 0,-1 0 0,1 0 0,0 0 0,0 0 0,0 0 0,0 0 0,-1 0 0,1 0 0,0 0 0,0 0 0,0-1 0,0 1 0,-1 0 0,1 0 0,0 0 0,0 0 0,9 13 0,88 100 0,-48-61 0,-3 3 0,-3 2 0,36 60 0,-79-117 0,0 0 0,1 1 0,-1-1 0,0 0 0,0 0 0,0 1 0,0-1 0,1 0 0,-1 0 0,0 1 0,0-1 0,0 0 0,0 0 0,0 1 0,0-1 0,0 0 0,0 1 0,0-1 0,0 0 0,0 1 0,0-1 0,0 0 0,0 0 0,0 1 0,0-1 0,0 0 0,0 1 0,0-1 0,0 0 0,-1 0 0,1 1 0,0-1 0,0 0 0,0 0 0,0 1 0,-1-1 0,1 0 0,0 0 0,0 0 0,0 1 0,-1-1 0,1 0 0,0 0 0,0 0 0,-1 0 0,1 0 0,0 1 0,-1-1 0,1 0 0,0 0 0,0 0 0,-1 0 0,1 0 0,0 0 0,-1 0 0,1 0 0,0 0 0,-1 0 0,-22-2 0,16 1 0,-9-2 0,0-1 0,0-1 0,0 0 0,1-1 0,0 0 0,0-2 0,1 1 0,-1-2 0,-10-8 0,-20-18 0,1-2 0,-6-9 0,8 7 0,100 87 0,107 91 0,-106-86 0,-20-18 0,24 28 0,-59-54 0,-19-14 0,-21-15 0,-32-26 0,3-4 0,3-2 0,-40-43 0,100 94 0,1 0 0,0 0 0,0 0 0,0 0 0,0 0 0,0 0 0,0-1 0,0 1 0,0 0 0,1-1 0,-1 1 0,0-1 0,1 1 0,-1-1 0,1-1 0,0 3 0,0 0 0,1-1 0,-1 1 0,0 0 0,0-1 0,1 1 0,-1 0 0,0-1 0,1 1 0,-1 0 0,1 0 0,-1 0 0,0-1 0,1 1 0,-1 0 0,1 0 0,-1 0 0,1 0 0,-1 0 0,0 0 0,1 0 0,-1 0 0,1 0 0,-1 0 0,1 0 0,-1 0 0,1 0 0,-1 0 0,0 0 0,1 0 0,-1 0 0,1 0 0,51 17 0,91 52 0,-4 7 0,8 12 0,132 72 0,-264-154 0,-20-12 0,4 5 0,-98-89 0,13 14 0,80 70 0,-113-107 0,-79-100 0,166 170 0,31 43 0,1-1 0,-1 1 0,1 0 0,-1-1 0,1 1 0,0 0 0,-1-1 0,1 1 0,0-1 0,-1 1 0,1-1 0,0 1 0,-1-1 0,1 1 0,0-1 0,0 1 0,0-1 0,0 1 0,0-1 0,-1 1 0,1-1 0,0 0 0,0 1 0,0-1 0,0 1 0,1-1 0,-1 1 0,0-1 0,0 1 0,0-1 0,0 1 0,0-1 0,1 1 0,-1-1 0,0 1 0,1-1 0,-1 1 0,0-1 0,3 0 0,-1 1 0,0-1 0,1 1 0,-1 0 0,1-1 0,-1 1 0,1 0 0,-1 0 0,1 1 0,-1-1 0,1 1 0,-1-1 0,0 1 0,1 0 0,-1-1 0,2 2 0,47 22 0,-50-24 0,147 83 0,61 50 0,12 8 0,-221-141 0,0 0 0,0-1 0,0 1 0,0 0 0,0 0 0,0-1 0,0 1 0,0 0 0,0 0 0,0-1 0,1 1 0,-1 0 0,0 0 0,0 0 0,0-1 0,0 1 0,0 0 0,0 0 0,0 0 0,1-1 0,-1 1 0,0 0 0,0 0 0,0 0 0,1 0 0,-1 0 0,0-1 0,0 1 0,0 0 0,1 0 0,-1 0 0,0 0 0,0 0 0,0 0 0,1 0 0,-1 0 0,0 0 0,0 0 0,1 0 0,-1 0 0,0 0 0,0 0 0,1 0 0,-1 0 0,0 0 0,0 0 0,0 0 0,1 0 0,-1 0 0,0 0 0,0 1 0,-12-22 0,-91-105 0,50 63 0,2-1 0,4-3 0,-9-20 0,42 58 0,14 29 0,-1-1 0,1 1 0,0 0 0,0 0 0,0-1 0,0 1 0,-1 0 0,1-1 0,0 1 0,0 0 0,0 0 0,0-1 0,0 1 0,0 0 0,0-1 0,0 1 0,0 0 0,0-1 0,0 1 0,0 0 0,0-1 0,0 1 0,0 0 0,0-1 0,0 1 0,0 0 0,1 0 0,-1-1 0,0 1 0,0 0 0,0 0 0,0-1 0,1 1 0,-1 0 0,0 0 0,0-1 0,1 1 0,-1 0 0,0 0 0,0 0 0,1 0 0,-1-1 0,0 1 0,0 0 0,1 0 0,-1 0 0,0 0 0,1 0 0,19 3 0,5 6 0,0 1 0,-1 1 0,0 2 0,15 9 0,98 70 0,-19-12 0,-89-62 0,28 17 0,59 26 0,-105-57 0,-11-6 0,-8-7 0,-49-34-4932,-41-22 4932,3 3-7239,27 13-3658,9 14 3494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5:51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837 158 1160,'0'0'1439,"0"0"-36,0 0-472,0 0-17,0 0 263,-3-9 10,0 1-941,-1 0 0,1 1 0,-1-1 0,-1 1 0,0 0 0,0 0 0,0 0-1,-1 1 1,0 0 0,0 0 0,0 0 0,-1 1 0,0 0 0,0 0 0,-3-1-246,-8-2 696,-1 0 1,0 2-1,0 0 1,-1 1-1,0 1 1,0 1-1,0 1 1,0 0-1,0 2 1,-1 0-1,1 1 1,-8 3-697,19-3 124,1 1 1,-1 0-1,1 1 1,0 0 0,0 0-1,0 1 1,0 0-1,0 0 1,1 1-1,0 0 1,0 0 0,0 1-1,1 0 1,0 0-1,0 0 1,0 1-1,1 0 1,0 0 0,0 0-1,1 1 1,0 0-1,0 0 1,-1 4-125,-3 9 22,1-1-1,2 1 1,0-1 0,1 2-1,0-1 1,2 0 0,1 1 0,1-1-1,0 3-21,2-9 5,0 0-1,0 0 0,2-1 0,-1 1 1,2-1-1,0 0 0,1-1 1,0 1-1,1-1 0,0 0 0,2 0 1,-1-1-1,1 0 0,1-1 0,0 0 1,5 4-5,-3-4-35,1 0 1,1 0-1,0-2 1,0 1 0,1-2-1,0 0 1,0-1-1,1 0 1,0-1 0,0-1-1,0 0 1,1-2-1,-1 0 1,7 0 34,-9-1-11,0-1 0,1-1 1,-1-1-1,1 0 0,-1 0 1,0-2-1,0 0 0,0 0 1,0-1-1,0-1 0,2-2 11,-5 1-12,0 0-1,0-1 1,-1 0-1,0-1 1,0 0 0,-1-1-1,0 0 1,-1 0-1,1-1 1,-2 0 0,0 0-1,6-11 13,1-5-267,-1 0-1,-1-1 1,-1 0 0,-2-1-1,-1 0 1,-1 0 0,0-5 267,1-23-635,-2-1 0,-3 0 1,-2-11 634,-1 67 0,-1 0-1,1 1 1,-1-1 0,0 0 0,1 1 0,-1-1-1,0 1 1,0-1 0,1 1 0,-1-1 0,0 1-1,0 0 1,0-1 0,1 1 0,-1 0 0,0 0 0,0-1-1,0 1 1,0 0 0,0 0 0,0 0 0,1 0-1,-1 0 1,0 0 0,0 0 0,0 1 0,0-1 0,-29 3-26,24-1 9,0 0 0,0 1 0,0 0 0,1 0 0,-1 0 0,1 1 0,0 0 0,0 0 0,0 0 0,0 1 0,1 0 0,-1 0 0,1 0 0,1 0 0,-4 6 17,-9 14 4,2 1 1,-10 25-5,19-39 2,-5 13 72,1 0 1,1 1-1,1 0 0,2 0 1,0 1-1,2-1 0,1 5-74,0 8 164,2 0 0,2-1-1,2 1 1,5 26-164,3-13 85,2 0 0,3-1 1,20 44-86,77 145 175,-91-194-183,89 162 63,-57-112-49,-4 2-1,-4 3 1,18 63-6,-57-135 26,-2 1 0,0-1 1,-2 1-1,-2 0 0,0 0 0,-2 0 1,-2 16-27,0-37 12,1 0 1,-1 0 0,-1 0-1,0 0 1,0 0 0,0-1-1,-1 0 1,-1 1 0,1-1-1,-1-1 1,-1 1 0,0-1-1,0 0 1,0 0 0,0 0-1,-1-1 1,0 0 0,-1-1-1,1 1 1,-1-1 0,-1-1-13,-14 10 0,-1-2 1,0-1-1,-1-1 1,0-1-1,0-1 1,-23 4-1,-3-2-100,-1-3 0,1-2 0,-1-2 0,0-2 0,0-3 0,-19-4 100,40 1-42,1-1 1,-1-2-1,2-1 1,-1-1-1,1-1 1,1-2-1,0-1 1,1-1-1,-23-18 42,13 7-45,1-3 0,1-1 0,2-1 0,1-2 0,2-2 0,-11-15 45,25 27-28,1-1 1,1-1-1,1 0 1,1 0-1,1-2 1,1 1-1,2-1 1,1-1-1,0 0 1,3 0-1,0 0 1,2 0-1,0 0 1,2-1-1,2 1 1,0-2 27,0 19-8,0 0 0,1 0 0,0 0 0,1 1 0,0-1 0,1 1 0,0 0 0,0 0 0,1 1 0,0 0 0,4-4 8,1-1-22,2 1 0,0 0 0,0 1 0,2 0 0,-1 1 0,13-7 22,8-2-135,0 2-1,1 1 0,1 2 1,0 2-1,1 1 0,7 0 136,11 0-1824,34-3 1824,-40 9-2552,1 3-1,-1 2 0,23 3 2553,-66-2-456,1 1-1,-1 0 1,0 0 0,-1 1-1,1 0 1,0 0 0,0 1-1,-1-1 1,1 2 0,0 0 456,15 11-2268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5:51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0 520,'0'0'1524,"0"0"-331,0 0-409,0 0 25,-24 31 178,-75 101 43,89-118-814,1 1 1,0-1-1,1 1 1,1 1-1,0-1 1,1 1-1,1 1-216,-5 12 407,-11 35 815,3 1 0,3 1 0,3 0 0,3 1 0,3 0 1,2 0-1,6 58-1222,0-99 74,1 0 0,1 0 1,1 0-1,2-1 0,0 1 1,2-2-1,1 1 0,1 0-74,-2-6-130,1-1 0,0 0-1,1-1 1,1-1 0,0 0 0,2 0-1,0-1 1,0-1 0,1 0 0,11 7 130,-24-19-236,0-1 0,1 1-1,-1 0 1,0-1 0,1 1 0,-1-1 0,1 0 0,0 0 0,-1 0 0,1 0 0,0 0 0,0 0 0,0-1 0,0 1 0,0-1 0,-1 0 0,1 0 0,0 0 0,0-1 0,0 1 0,0 0 0,0-1 0,-1 0 0,1 0 0,0 0 0,0 0 0,-1 0 0,1 0 0,-1-1 0,2 0 236,1-3-425,0 0 0,-1 0-1,0 0 1,0 0 0,0-1 0,0 1 0,-1-1 0,0 0-1,0 0 1,-1-1 0,0 1 0,1-2 425,11-41-2032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5:52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0 856,'0'0'1711,"0"0"-949,0 0-397,0 0 35,0 0-29,11 30-174,34 95-51,-28-73 235,-3 0 1,-3 1-1,-1 0 1,1 38-382,-5 31 1162,-7 37-1162,0-54 47,-7-80 41,0-22 101,-3-17 146,3-7-275,1 0 0,0-1 0,2-1 0,0 1 0,1-1 0,1-8-60,-1-45 410,3-19-410,1 70 148,0-2 100,1 1 1,2 0 0,0 0-1,2 0 1,1 0 0,0 1 0,2 0-1,1 0 1,2 1 0,0 0 0,1 1-1,4-4-248,-12 21-24,0 1 1,0 0-1,0 0 0,1 1 0,0-1 0,0 1 0,0 0 0,0 0 1,1 1-1,0 0 0,-1 0 0,1 0 0,0 0 0,1 1 1,-1 0-1,5-1 24,-6 2-363,1 1 0,-1-1 1,0 1-1,0 0 0,0 0 0,0 0 1,0 1-1,1 0 0,-1 0 0,0 0 1,0 1-1,-1-1 0,1 1 0,0 0 1,0 1-1,-1-1 0,0 1 0,1 0 1,-1 0-1,1 2 363,5 7-2693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5:52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0 296,'0'0'2189,"0"0"-852,0 0-655,21 34 72,67 108 71,-55-82-518,-1 1 0,-4 2 0,-2 0 0,-3 2 1,-3 1-1,0 11-307,1 23 144,-4 1 1,-5 0 0,-5 1-1,-5 99-144,-2-164-51,-2 1-1,-1-1 0,-2 0 1,-2 0-1,-1-1 0,-9 25 52,9-40-379,-1 1-1,-1-2 0,0 1 1,-1-1-1,-2-1 0,0 0 1,-1-1-1,0 0 0,-2-1 1,0-1-1,-6 4 380,-31 21-1661,6-15-336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5:54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0,'0'0'588,"0"0"496,0 0-359,0 0-139,0 0 16,0 0-49,16-3 2141,2 5-2433,-1 1 0,0 0 0,0 2 0,0 0 0,0 1-1,-1 0 1,10 7-261,33 11 131,-32-15-384,29 11 644,41 8-391,-77-24-1123,0 0 1,0-2-1,1 0 1,2-1 1122,-21-1-1058,-2 0-117,0 0 19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5:54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72,'0'0'2042,"0"0"-757,0 0-736,0 0 16,0 0 310,0 0 137,28 0-96,93 0 36,-75 3-339,1 1-1,-1 2 0,0 3 0,29 9-612,45 9-1006,-54-12-4075,-52-10 3004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5:56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24 120,'0'0'409,"0"0"656,0 0-142,0 0-457,0 0-111,0 0-34,0 8-52,2 90 267,1-38 24,-3 0 0,-2 0 0,-3 0 0,-3 0 0,-2 0-560,-12 27 654,-3-2-1,-32 71-653,56-152 9,-4 9 24,-1-1 1,0 0-1,0-1 0,-1 1 0,-1-1 0,0 0 1,-1 0-34,8-10 146,1-1 93,2-12-95,-1 0 0,0-1 0,0 1 0,-2 0 1,1-1-1,-2 0-144,0-30 64,3 6-52,2 1-1,2-1 0,1 1 0,11-34-11,52-142 34,-27 92-28,21-102-1,-62 219-3,-1 2-3,0 1-1,0-1 1,0 1 0,0-1 0,0 1-1,0-1 1,0 1 0,1-1-1,-1 1 1,0-1 0,0 1 0,0-1-1,1 1 1,-1 0 0,0-1-1,0 1 1,1-1 0,-1 1 0,0 0-1,1-1 1,-1 1 0,0 0-1,1-1 1,-1 1 0,1 0 0,-1 0-1,0-1 1,1 1 0,-1 0-1,1 0 1,-1 0 0,1 0 0,-1-1-1,1 1 1,-1 0 0,1 0-1,-1 0 1,1 0 0,-1 0 1,8 43-12,25 110 244,-13-53-159,4 0 0,5-1 0,14 24-73,-29-88-34,1-1 0,2 0 0,2-1 0,1-1 1,1-1-1,15 17 34,-33-45-26,0 0 1,0 0 0,0 0-1,0 0 1,0 0-1,0 0 1,1-1-1,-1 0 1,1 1 0,0-1-1,0-1 1,0 1-1,0-1 1,0 1-1,0-1 1,0 0 0,0 0-1,0-1 1,1 1-1,-1-1 1,0 0-1,0 0 1,1-1 0,-1 1-1,0-1 1,0 0-1,1 0 26,4-3-17,0 0 0,-1 0 0,1-1 0,-1 0 0,0-1 0,0 0 0,-1 0 0,0 0 0,0-1 0,0 0 0,1-4 17,10-11 39,-2-1 1,0-1-1,-2 0 0,0-2 0,-2 1 0,-1-1 0,-1-1 0,-1 0 0,-2-1 0,0 1 0,1-25-39,3-47 48,-4 0 0,-5-73-48,-3 127-16,-6-2-164,1 11-4241,6 35 2512,0 1 114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5:57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1 888,'0'0'691,"0"0"-111,0 0-12,0 0-58,0 0-133,0 0-63,-15 15 34,-62 56 165,-102 104 877,164-158-1306,0 1 0,2 1 0,0 0 1,1 1-1,1 0 0,1 1 0,1 0 1,-5 19-85,5-9 71,2 0 0,1 0 0,1 0 1,2 1-1,1 0 0,2 3-71,0-14 34,-1 15 15,2 1 1,2-1-1,4 21-49,-4-45-6,0 0 0,0 0 0,2 0 0,-1 0 0,1-1 0,1 1 0,0-1 0,1-1 0,0 1 0,0-1 0,1 0 0,3 2 6,-5-6-117,0 0 0,0-1-1,0 1 1,1-1 0,0-1 0,0 1 0,0-1 0,0-1 0,1 1 0,0-1 0,0 0 0,3 0 117,-7-2-137,1 0 0,-1-1 0,1 1 0,0-1 0,0 0 0,-1-1 0,1 1 0,0-1 0,-1 0 0,1 0 0,-1 0 0,1 0 0,-1-1 0,1 0 1,-1 0-1,0 0 0,0-1 0,0 1 0,0-1 0,0 0 0,2-2 137,26-29-1245,-5 2-547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5:58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65 440,'0'0'875,"0"0"-460,0 0-205,3 28-31,4 18-96,14 134 384,-17-64 261,-5 3-728,0-14 188,1-97-190,0 0 1,-1 0-1,0 1 1,0-1-1,-1 0 0,-1 5 2,3-13-2,-1 1 0,1-1 0,0 1 0,0-1 0,-1 1 0,1-1 0,0 1 0,-1-1 0,1 1 0,-1-1 0,1 0-1,-1 1 1,1-1 0,-1 0 0,1 0 0,-1 1 0,1-1 0,-1 0 0,1 0 0,-1 0 0,1 1 0,-1-1 0,1 0 0,-1 0-1,1 0 1,-1 0 0,0 0 0,1 0 0,-1 0 0,1 0 0,-1 0 0,1-1 0,-1 1 0,1 0 0,-1 0 0,1 0-1,-1-1 1,1 1 0,-1 0 0,1 0 0,-1-1 0,1 1 0,-1-1 0,1 1 0,-1-1 2,0 1 3,-4-15-4,0 1 1,0-1-1,2 0 0,0 0 1,0 0-1,2-1 1,-1-7 0,0-18 164,2 0 1,1 1-1,2-1 1,2 1 0,7-26-165,-6 40 104,2 0 1,0 0 0,1 0 0,2 2 0,1-1 0,0 1 0,2 1-1,15-19-104,-24 35-127,1 0 1,-1 0-1,1 1 0,1 0 0,-1 0 0,1 1 0,0 0 0,1 0 0,-1 1 0,1 0 0,0 0 0,0 0 0,0 1 0,0 1 0,1-1 0,-1 1 1,1 1-1,0-1 0,-1 1 0,1 1 0,0 0 0,0 0 127,12 0-1262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5:58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1 136,'0'0'351,"0"0"628,0 0-487,0 0-230,0 0 37,20 31 12,65 100-114,-71-108-121,-2 0 0,-1 1-1,-1 0 1,-1 1 0,-1 0-1,-1 0 1,-1 1 0,-1 0-1,-1 6-75,4 19 105,8 67 232,-5 2 0,-6-1 0,-4 1 0,-9 33-337,4-98 16,-2-2 0,-2 1 1,-3-1-1,-2-1 0,-3 0 0,-1 0 0,-3-2 0,-2-1 0,-14 22-16,30-62-191,1 0 0,-2 0 0,1-1 0,-1 0 0,-1 0 0,1-1-1,-1 0 1,0 0 0,-1-1 0,0 0 0,0 0 0,0-1-1,0 0 1,-1-1 0,-1 0 191,-23 10-1287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6:00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48,'0'0'207,"0"0"490,0 0-205,0 0-185,0 0 1,0 0 10,0 0-36,0 0-11,0 0 74,0 0 55,0 0-23,4 0-64,47 3 528,0 3-1,21 4-840,17 3 302,596 72 670,-180-36-980,451-16 8,-839-33-54,1 6 0,-1 4 0,-1 6 0,0 5 0,23 11 54,205 72-2289,-330-101-532,-14-3 1177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6:22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314 203 184,'0'0'2377,"0"0"-818,0 0-683,0 0 159,-12-18 176,-35-58-169,44 72-768,0-1 0,1 0 0,0-1 0,0 1 0,0 0 0,0-1 0,1 1 0,0 0 0,0-1-1,0 0 1,1 1 0,0-1 0,0 1 0,1-4-274,0-9 1327,-2 18-1322,1 0 0,0 0 0,0-1 0,0 1 1,0 0-1,0 0 0,0-1 0,0 1 1,0 0-1,0 0 0,0-1 0,0 1 1,0 0-1,0 0 0,1 0 0,-1-1 0,0 1 1,0 0-1,0 0 0,0-1 0,0 1 1,0 0-1,0 0 0,1 0 0,-1 0 1,0-1-1,0 1 0,0 0 0,1 0 1,-1 0-1,0 0 0,0 0 0,0 0 0,1-1 1,-1 1-1,0 0 0,0 0 0,0 0 1,1 0-1,-1 0 0,0 0 0,0 0 1,1 0-1,-1 0 0,0 0 0,0 0 0,1 0 1,-1 0-1,0 0 0,0 0 0,0 0 1,1 0-1,-1 1-5,2-1 12,4-1 0,1 1 0,-1 0 0,0 0 1,0 0-1,0 1 0,0 0 0,0 0 0,1 1 0,-2 0 0,1 0 1,0 0-1,0 0 0,-1 1 0,1 0 0,-1 0 0,0 1 1,0-1-1,0 1 0,0 0 0,-1 1 0,0-1 0,0 1 0,0 0 1,0 0-1,-1 0 0,0 0 0,2 4-12,1 5 13,0 1-1,-1 0 1,0 0-1,-1 0 1,-1 1-1,-1-1 1,0 1-1,-1 0 1,0-1 0,-2 1-1,1 0 1,-3 3-13,2-10 15,-1-1 0,0 0 0,-1 0 0,0 0 1,0 0-1,-1-1 0,0 1 0,-1-1 0,1 0 1,-1 0-1,0-1 0,-1 1 0,0-1 0,0 0 0,0-1 1,-1 1-1,1-1 0,-1 0 0,-1-1-15,-25 17 103,-1-1 0,0-2 0,-19 6-103,43-20 34,-138 66 2106,147-69-2094,0-1 1,0 1-1,0 0 1,-1 0-1,1-1 1,0 1-1,0 0 0,0 0 1,0 0-1,1 1 1,-1-1-1,0 0 1,0 0-1,1 0 1,-1 0-1,0 1 0,1-1 1,-1 0-1,1 1 1,0-1-1,0 0 1,-1 1-1,1-1 0,0 1 1,0-1-1,0 0 1,0 1-1,0-1 1,1 1-1,-1-1 0,0 0 1,1 1-1,-1-1 1,1 0-1,-1 0 1,1 1-47,1 2-23,0-1 0,-1 0 1,2 1-1,-1-1 1,0 0-1,1 0 0,-1-1 1,1 1-1,0 0 0,0-1 1,0 0-1,2 2 23,37 18 68,1-2 1,1-2-1,1-2 0,1-1 0,0-3 0,27 3-68,-12-4-2366,28-1 2366,-70-7-2330,18 0-1952,-14-8-1493,-10-5 1894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6:22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0 128,'0'0'2969,"0"0"-1577,0 0-800,0 0 352,0 0 8,0 0-479,26 172-297,-26-140-88,0 0-88,0 1-56,0-1-352,0-6-649,-6-9-287,-1-2-752,-6-12-169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6:22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2601,'0'0'1336,"0"0"-856,0 0 224,0 0 96,20 152-240,-7-111-216,-13 3 145,0-4-169,0-2-176,0 0-80,0-14-56,0-4-16,0-5-128,0-7-665,-13-5-719,6-3-760,-6 0-377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6:23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1 904,'0'0'2033,"0"0"-338,0 0-699,0 0 57,0 0 241,0 0 444,22 1 724,-4-1-1857,8 1 392,-1 1 0,1 1 1,-1 1-1,21 6-997,69 24 2168,31 9-1165,-107-34-2206,1-1 0,27 2 1203,-66-10-232,0 0-1,-1 1 0,1-1 0,-1 0 0,1 0 1,-1 0-1,1 0 0,0 1 0,-1-1 1,1 0-1,0 0 0,-1 0 0,1 0 0,-1 0 1,1 0-1,0 0 0,-1-1 0,1 1 0,-1 0 1,1 0-1,0 0 0,-1-1 0,1 1 1,-1 0-1,1-1 0,-1 1 0,1 0 0,-1-1 1,1 1-1,-1-1 0,1 1 0,-1 0 0,1-1 1,-1 1-1,0-1 0,1 0 0,-1 1 0,0-1 1,0 1-1,1-1 0,-1 1 0,0-1 1,0 0-1,0 1 0,0-1 0,0 0 0,0 1 1,0-1-1,0 1 0,0-1 0,0 0 0,0 1 1,0-1-1,0 1 0,0-1 0,0 0 1,-1 1-1,1-1 233,0 0 16,0-14-2209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6:24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64,'0'0'1831,"0"0"-435,0 0-510,0 0-58,0 0 103,0 0 1,0 4-329,2 35 132,3-1-1,1 1 1,1-1 0,6 10-735,12 70 1925,-17-53-1633,-4 1 0,-3 59-292,-1-79 120,0-45 12,0-1 140,0 0-24,-1-5 559,-6-27 11,1 0 1,2 1 0,1-1 0,1-1-1,2 1 1,3-13-819,-2-20 1252,-1 39-806,1 1 0,1-1 0,1 0 1,4-13-447,-5 32 63,0-1 1,0 1-1,0 0 0,1 0 1,0 0-1,1 0 1,-1 1-1,1-1 1,0 1-1,1 0 0,0 0 1,0 0-1,0 1 1,1 0-1,-1 0 1,1 0-1,5-3-63,-6 5 8,0 1 0,1 0 1,-1 0-1,0 0 0,1 1 0,-1 0 0,1 0 1,0 0-1,-1 0 0,1 1 0,0 0 0,-1 0 0,1 1 1,-1 0-1,1 0 0,0 0 0,-1 0 0,0 1 1,1 0-1,-1 0 0,4 3-8,-2-2-627,0 1 1,-1 0-1,1 1 0,-1 0 1,0 0-1,0 0 0,-1 1 1,1 0-1,2 5 627,-6-10-291,10 18-4693,-6 3-4764,-6-21 7018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6:24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3953,'0'0'3345,"0"0"-2313,0 0-680,0 0-312,0 0-40,0 0-1032,0 0-97,13 0-279,-7 0-1136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6:24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344 454 1248,'0'0'2158,"0"0"-1168,0 0-409,0 0 79,0 0 51,-33 4-156,-107 14 140,132-18-520,1 1 1,-1 0 0,0 0-1,0 1 1,1 0-1,-1 1 1,1 0 0,0 0-1,0 0 1,0 1 0,0 0-1,0 1 1,1-1 0,0 1-1,-4 4-175,5-5 169,1 1 98,0-1 0,0 1 0,0 0 0,1 0 0,0 0 0,0 1 0,0-1 0,0 1 0,1 0 0,0-1 0,0 1 0,0 4-267,-1 6 889,1 0 0,0-1 1,1 1-1,1 4-889,0-17 119,0 0 0,0 0 0,0 0 0,1 0-1,-1 0 1,1 0 0,0 0 0,0-1-1,0 1 1,0 0 0,1-1 0,-1 1 0,1-1-1,-1 1 1,1-1 0,0 0 0,0 0 0,0 1-1,1-1-118,2 2 168,-1-1 1,1 0-1,1 0 0,-1 0 0,0 0 0,1-1 0,-1 0 0,1 0 0,3 0-168,14 2 390,1 0 0,-1-2 0,1-1 0,11-1-390,-31 0 39,7 1 66,0-2-1,-1 1 0,1-2 0,0 1 0,-1-1 0,1-1 1,-1 0-1,0 0 0,0-1 0,0 0 0,-1-1 0,1 0 1,-1-1-1,0 0 0,0 0 0,-1-1 0,0 0 0,0 0 1,-1-1-1,0 0 0,0-1 0,-1 1 0,0-1 0,0 0 1,-1-1-1,0 1 0,-1-1 0,0 0 0,1-5-104,-1-5-28,0 1-1,-1-1 1,-1 0-1,-1 0 1,-1 0-1,0 0 1,-2 0 0,0 0-1,-1 0 1,-1 0-1,-1 1 1,-1 0-1,0 0 1,-2 0-1,0 1 1,-1 0-1,-1 0 1,-4-4 28,-5-11-262,2 2-418,-1 1 0,-2 1 0,0 1 0,-2 0 0,-19-17 680,41 45-18,1 0 1,-1 0-1,0 0 0,0 0 1,0 0-1,0 0 0,0 0 0,0 0 1,0 0-1,1 0 0,-1 0 1,0 0-1,0 0 0,0 0 1,0-1-1,0 1 0,0 0 1,0 0-1,0 0 0,0 0 1,0 0-1,0 0 0,1 0 1,-1-1-1,0 1 0,0 0 1,0 0-1,0 0 0,0 0 1,0 0-1,0 0 0,0-1 0,0 1 1,0 0-1,0 0 0,0 0 1,0 0-1,0 0 0,-1 0 1,1 0-1,0-1 0,0 1 1,0 0-1,0 0 0,0 0 1,0 0-1,0 0 0,0 0 1,0 0-1,0-1 0,0 1 1,0 0-1,-1 0 0,1 0 1,0 0-1,0 0 0,0 0 1,0 0-1,0 0 0,0 0 18,20 4-161,38 14 999,-45-13-634,99 27-576,21-1 372,-113-27-811,-20-3 399,1-1 0,0 0 0,-1 0 0,1 0 0,0 1 0,-1-1 0,1 0-1,0 1 1,-1-1 0,1 1 0,-1-1 0,1 1 0,-1-1 0,1 1 0,-1-1 0,1 1 0,-1-1 0,0 1 0,1-1 0,-1 1 0,0 0 0,1-1 0,-1 1 0,0 0 0,0-1-1,0 1 1,1 0 0,-1-1 0,0 1 0,0 0 412,1 3-1376,4 8-1900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6:25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15 128,'0'0'2381,"0"0"-1051,0 0-748,0 0-19,0 0 20,0 0-131,5 19 41,18 56 252,2 0 2065,-3 1-1,5 48-2809,-23-77 171,-5-32 699,-2-27 3256,-14-43-2952,13 46-962,0 0 0,1-1 0,0 0 1,1 1-1,-1-11-212,1 5 316,1 0 0,1-1 0,0 1 1,2-1-1,-1 1 0,3-9-316,-1 17 167,-1-1 1,1 0-1,0 1 0,1-1 0,0 1 0,0 0 0,0 0 0,1 1 0,0-1 1,1 1-1,-1 0 0,1 0 0,0 1-167,8-6 479,-1 0 0,1 1 1,1 1-1,0 0 0,0 1 0,1 1 1,0 1-1,0 0 0,0 0 0,1 2 1,12-2-480,-9 3 95,0 1 0,0 0 1,1 2-1,-1 0 0,1 2 1,2 0-96,-20-2-137,-1 1 1,1-1 0,0 1-1,0-1 1,0 1-1,0 0 1,-1 0-1,1 0 1,0 0 0,-1 1-1,1-1 1,-1 1-1,0 0 1,1-1-1,-1 1 1,0 0 0,0 0-1,0 1 1,0-1-1,0 0 1,-1 1-1,1-1 1,0 2 136,6 27-5936,-6 4-4789,-2-14 4309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6:27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363 541 1168,'0'0'2281,"0"0"-844,0 0-243,0 0-58,0 0-336,0 0-193,-20 8 363,19-8-968,-47 20 2534,-30 18-2536,61-29 540,0 1 0,1 0 0,0 2 0,0 0-1,2 1 1,-1 0 0,-5 8-540,10-8 137,1-1 1,0 1-1,1 1 0,0 0 0,1 0 1,1 0-1,0 1 0,1 0 0,1 0 1,0 0-1,1 1 0,1-1 1,0 1-1,1 12-137,1-24-4,0-1 0,0 1 1,1-1-1,0 1 0,-1-1 1,1 0-1,1 1 0,-1-1 1,0 0-1,1 0 0,0 0 1,-1 0-1,1 0 0,1 0 1,-1 0-1,0-1 0,1 1 4,2 2 7,1 0 0,0 0 0,1 0 0,-1-1 0,1 0 0,0 0 0,7 2-7,7 2 96,1-1 0,0-1-1,0-1 1,22 2-96,-17-3 118,-1-1 0,0-1 0,1-2 0,-1 0 0,26-5-118,-44 4 65,0-1-1,0 0 1,0 0 0,0-1-1,0 0 1,0 0 0,-1-1-1,1 0 1,-1 0 0,0-1-1,0 0 1,-1 0 0,1 0-1,-1-1 1,-1 0 0,1-1-1,-1 1 1,0-1 0,0 0-1,2-4-64,-1-3 117,0 0 0,-1-1-1,0 1 1,-1-1 0,-1 0-1,0 0 1,-1 0 0,0-10-117,-1-20 185,-1 0 1,-4-13-186,1 32 43,-1 1 1,-1 0-1,-1 1 1,-1 0 0,-1 0-1,-1 0 1,-2 1-1,-3-6-43,-25-40 154,-48-62-154,46 72 68,3-1 0,-17-39-68,54 98 5,1 0-1,-1 1 1,1-1-1,-1 0 0,1 0 1,0 0-1,-1 0 0,1 0 1,0 1-1,0-1 1,0 0-1,-1 0 0,1 0 1,0 0-1,0 0 0,0 0 1,0 0-1,1 0 1,-1 0-1,0 0 0,0 1 1,0-1-1,1 0 0,-1 0 1,1 0-1,-1 0 1,0 0-1,1 1 0,0-1 1,-1 0-1,1 0 0,-1 1 1,1-1-1,0 1 1,-1-1-1,1 0 0,0 1 1,0-1-1,-1 1 0,1-1 1,0 1-1,0 0 1,0-1-1,0 1 0,0 0 1,0 0-1,0 0 0,-1-1 1,1 1-1,1 0-4,9-1 191,-1 0-1,1 1 0,0 0 0,9 2-190,5-1 498,362-1 2722,-303 0-7037,-1 0-4359,-82 2 1170,-1 10 1929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7:09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781 36 24,'0'0'228,"0"0"439,0 0-40,0 0-262,0-4-136,0-21 106,-2 24-286,-1 0-1,1 0 0,-1 0 1,1 0-1,-1 1 1,1-1-1,-1 1 0,1 0 1,-1-1-1,0 1 0,1 0 1,-1 1-1,-2-1-48,2 0 81,-15 2 12,0 0 0,0 0 0,1 2 0,-1 0 0,1 2 0,0 0 0,1 0 0,-1 2 1,1 0-1,1 0 0,-1 2 0,1 0 0,-10 9-93,-28 26 103,2 1-1,-42 50-102,89-92 8,-33 37 17,2 1 1,1 1-1,3 2 0,2 1 1,-6 14-26,20-30-1,1 1 0,1 0 0,2 1-1,1 0 1,2 1 0,1 0 0,1 0 0,2 0 0,1 6 1,3-20-3,-3 27 0,3-1 0,2 1 0,3 13 3,-3-44-1,1 0 0,1 0 0,0 0 0,1 0 0,0-1 0,2 0-1,-1 0 1,2-1 0,0 1 0,0-2 0,8 9 1,1-2 0,1 0 0,0-2-1,2 0 1,-1-1 0,2-1 0,0-1 0,1-1 0,1-1-1,-1-1 1,2-1 0,0-1 0,0-1 0,3 0 0,29 5 13,1-2 1,-1-3-1,1-3 1,0-2-1,17-2-13,-41-3 6,0-1 0,-1-1 0,1-2 0,-1-1 0,0-2 0,-1-1 0,0-2 0,0 0 0,-1-2 0,-1-2 0,4-3-6,6-5 0,-2-2-1,-1-1 0,-1-2 0,-2-1 0,-1-2 0,-1-1 0,24-35 1,-40 49-39,-2-1-1,-1-1 0,0 0 1,-2 0-1,0-1 1,-1-1-1,-2 1 0,0-2 1,-1 1-1,-1 0 0,-2-1 1,0 0-1,-2 0 1,0-5 39,-1 26-5,0-35-94,-2 1 0,-2-15 99,2 39-18,-1 1 0,0-1 0,-1 0 0,0 1 0,-1 0 0,0 0 0,-1 0 0,-5-7 18,-8-8-10,-2 0 0,-1 1 1,-1 1-1,-1 1 0,-1 1 0,-1 1 1,-1 2-1,-1 1 0,-2-1 10,-23-11-114,-2 2-1,-1 2 1,-1 3-1,-31-8 115,58 22-164,0 2 0,-1 1 0,0 2-1,0 1 1,0 1 0,-1 2-1,1 1 1,0 1 0,-1 2 0,1 1-1,-27 8 165,29-4-446,0 2 0,-20 10 446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6:48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72 16,'0'0'1272,"0"0"-608,0 0-282,-7 17 2193,8 44-2081,1-33-453,-2 1 0,0-1 1,-3 0-1,-2 16-41,0-26 634,4-24 915,-2-14-1516,-8-122 79,10 92 119,1 50-146,0 0-30,0 0-34,0 0-11,0 0-5,0 0-24,0 10-162,-2 51 321,1-35-98,0 1 1,1-1-1,2 1 1,1-1-1,2 4-42,-2-16 295,-5-40 44,2-274-146,-7 570 270,7-269-453,0-9 102,1-62 150,3 1 0,4 0 0,4-13-262,-12 220-921,1-55-552,-1-9-1418,0-12-389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6:50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98 133 8,'0'0'24,"0"0"144,0 0 401,0 0-134,0 0-179,0 0-88,0 0-60,0-11-8,0-80 1315,0 90-1123,0 1 28,0 0-35,0 0-39,0 0-35,0 0-27,0 0-23,0 0-19,0 0-26,0 0-12,0 0-6,0 6 179,0 382 2546,0-388-2666,0 0 106,-1-16 1073,-7-35-1167,2-1-1,3-6-168,1 16 7,-2 0 1,-2 0-1,-8-30-7,16 117 19,-1 0 1,-3 14-20,0 32 42,1-83 1,1 0 0,-1 0 0,-1 0 0,0 0 0,-1 6-43,-1 0 445,-4-48 537,-4-288-650,19 706 1893,-6-356-2233,0-19-306,-1-1 1,0 1 0,0-1 0,0 1 0,-1-1-1,-1 4 314,1-11-212,1-1-1,0 0 0,0 0 0,-1 1 0,1-1 0,0 0 1,0 0-1,-1 1 0,1-1 0,0 0 0,-1 0 0,1 1 1,0-1-1,-1 0 0,1 0 0,-1 0 0,1 0 0,0 0 1,-1 0-1,1 0 0,0 0 0,-1 0 0,1 0 0,-1 0 0,1 0 1,0 0-1,-1 0 0,1 0 0,-1 0 0,1 0 0,0 0 1,-1-1 212,0 1-803,-11-2-3737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6:51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56,'0'0'1352,"0"0"-637,0 0-273,0 0-57,0 0-48,0 0-13,1 6 42,15 82 1511,-5 0 0,-4 1 1,-3 12-1878,-17-554 772,13 453-785,0 16-62,2 43 553,0-34-377,-1 0 1,-1 0 0,-2 0 0,-2 13-102,3-35-432,0 0 0,0 0-1,0 0 1,-1 0-1,0 0 1,1 0 0,-1-1-1,0 1 1,-2 2 432,-4 4-4182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7:22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3 134 864,'0'0'1310,"0"0"-590,0 0-280,0 0-65,0 0-111,0 0-131,0 0 15,0 0 164,0 0 96,0 0 59,0 0 112,0 0 89,0 0 112,0 18 642,-1 37-303,-1-22-841,3 0 1,0 0 0,5 22-279,-1-32 1786,-6-42 3962,-2-24-3679,5-52-1719,4 0 1,4-6-351,-2 71 374,-8 29-254,0 1 224,0 4 126,-1 130 3372,0 0-2672,2-87-5626,-6-83-4594,-2-2 568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7:24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39 110 608,'0'0'784,"0"0"-394,0 0-138,0 0-4,0 0-1,0 0-21,0 0 48,0 0 51,0 0-16,0 0-18,0 0-27,0 0 10,0 0 40,0 0-11,0 0-56,0 0-38,0 0-19,0 0 6,0 19 640,0 205 985,0-183 4019,-6-394-4423,6 352-1260,0 1-110,0 31 817,0 35 815,2-12-609,-3-1-1,-6 30-1069,6-61 219,1-16 90,0-10 894,0-157 1836,0-29-3563,-2 340-4789,-10 0-4285,0-74 3673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7:25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1784,'0'0'629,"0"0"-139,0 0-28,0 0-94,0 0-103,0 0-3,0 11 2513,1 88-1036,0 2-452,-11 97-1287,4-170-15,2-20 679,2-18 2212,2-260 16,1 257-2832,10 46 470,-5 64-724,-5-48-3397,0 0-3336,-1-27 2723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7:27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20 181 1048,'0'0'943,"0"0"-323,0 0-69,0 0-7,0 0-82,0 0-117,0 0-10,0 0 65,0 0 64,0 0 117,0 0 110,0 13 787,0-11-1436,1 60 905,-3 1 1,-3 0-1,-7 30-947,14-138 5566,-3-76-4868,-1 15-551,2-98 105,0 538 3277,0-333-3254,0-1-1,0-3 102,0-111 3689,0-56-4602,9 360-8744,-4-105 1722,0-30 2081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7:29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40,'0'0'1259,"0"0"-664,0 0-307,0 0-71,0 28 26,0 182 1993,0-209-1848,0-1-55,0-4 45,0-135-62,0 166-1719,0 4-678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7:30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72,'0'0'61,"0"0"314,0 0 548,0 26-432,0 167 2197,0-463-1693,11 469 460,-4-140-5548,-12-82 2206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8:31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1 520,'0'0'140,"0"0"28,0 0 372,0 0-101,0 67 479,-20 357-1217,20-387-123,0-5-190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8:31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0 752,'0'0'312,"0"0"-224,0 0-56,0 0-24,0 0-8,-13 149-24,7-126-8,6 1-16,-7 5-104,7-6-272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8:31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1 968,'0'0'544,"0"0"-376,0 0-96,0 0-24,0 0-48,0 0-8,0 149-40,0-123-120,0-6-352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8:32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1 192,'0'0'528,"0"0"-296,0 0-136,0 0-64,0 0-32,-13 198-160,13-157-288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8:32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0 168,'0'0'528,"0"0"-184,0 0-56,0 0-16,0 0-96,0 0-104,0 172-48,0-137-24,0 0 0,0-2-88,0-4-136,0 0-144,0-6 16,0 3-32,0-5 0</inkml:trace>
  <inkml:trace contextRef="#ctx0" brushRef="#br0" timeOffset="1">14 572 80,'0'0'1080,"0"0"-752,0 0-144,0 0-104,0 0-56,0 0-24,0 0-32,-13 93-16,13-78-8,0-3-8,0 2-80,0-5-264,0-3-232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8:32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1 312,'0'0'536,"0"0"-304,0 0-104,0 0-80,0 0-48,0 0 0,0 0-40,0 166-40,7-134-104,-1-3-136,1-6-288</inkml:trace>
  <inkml:trace contextRef="#ctx0" brushRef="#br0" timeOffset="1">71 517 64,'0'0'464,"0"0"-144,0 0-32,0 0-56,0 0-80,0 0-80,13 181-40,-13-146-32,13 0 0,-13 0-40,7-3-56,-1 9-88,1-9-168,-1-3-248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8:33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1 248,'0'0'304,"0"0"-224,0 0-64,0 0-16,0 0 0,0 0-8,0 0-8,-6 105 16,6-96-48,-7-4 16,7 1 8,0 0-16,-6 0-24,-1-3-192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8:33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1 104,'0'0'384,"0"0"-176,0 0-88,0 0-72,0 0-48,0 0 0,0 0-32,-7 119-24,7-107-40,0-1 0,0 1-24,0 0-88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8:33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1 296,'0'0'248,"0"0"-184,0 0-64,0 0-16,0 0-32,0 0-8,0 0 40,0 0 8,0 0-24,0 143-64,-6-123-80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8:34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80,'0'0'440,"0"0"-200,0 0-72,0 0-120,0 0-48,0 0 0,0 0-16,-6 49-32,6-37-32,0 0-32,0-1-16,0 1 72,0-3 32,0 3-8,0-4-32,0 1-128,0-3-8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8:36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13 298 320,'-11'35'280,"9"-74"-1,2 34-268,0-38 99,0 42-72,0 1 31,0 0 44,0 0-7,5 18 62,21 113-266,-28-165 81,1 0-1,4-28 18,-2-14 45,-1 55-45,-1 17-7,0-1 0,1 1-1,-1 0 1,1-1 0,0 1 0,0-1 0,1 1-1,0 0 1,-1-1 0,1 1 0,1 0 0,-1 0-1,1 0 1,-1 0 0,1 0 0,2-3 7,-2 6-101,-1 1 101,0 0 1,0 0 0,-1 1 0,1-1 0,0 0 0,-1 1-1,1-1 1,0 0 0,-1 1 0,1-1 0,0 1 0,-1-1-1,1 1 1,-1-1 0,1 1 0,-1 0 0,1-1 0,-1 1 0,0-1-1,1 1 1,-1 0 0,0 0 0,1-1 0,-1 1 0,0 0-1,0-1 1,0 1 0,0 0 0,0 0 0,0-1 0,0 1-1,0 0 1,0 0 0,0-1 0,0 1 0,0 0 0,0 0-1,-1 0 0,1 3 5,10 80 88,4 32 19,-12-103-116,2 7 86,-2-33 15,-2-175 75,0 187-154,0 1 21,0 9 77,0 80-27,12 72-89,-11-124-84,-1-34 27,0-24 33,-3-27 89,-1-1 0,-5-17-65,1 17 48,3 0-1,1-20-47,6 115 8,3 0-1,1 1-7,0 0 27,-1 1-1,-3 3-26,-2-51 22,0-30 211,-1 11-90,0 0 0,-2 1 0,-4-15-143,3 11 70,0 0-1,1 0 1,0-21-70,3 41 29,0 2 43,0 22 72,13 232-132,-13-253-77,0-11-102,-3-64 151,-6-28 16,1 23 72,2-32-72,6 111-25,0 3-47,9 167-185,-4-102 175,8 80 1,-10-137 89,-2-13 15,1-30 55,-3-52 110,-11-250 777,25 348-1586,-2 33 538,-2 0 0,-2 1-1,-2 0 1,-2 0 0,-2 1 83,7 88-35,-7-87 25,-1-49-16,0-6-18,-3-60 187,-10-55-143,5 53 548,0-59-548,8 85 30,0-11-35,0 48 2,0 7-1,0 28 1,4 60-208,16 87 211,-12-119-33,-2-23-14,1 34-665,-7-69 122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8:15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89 8,'0'0'43,"0"0"78,0 0 399,0 0 79,0 0-170,0 0-141,0 0-61,0-44 1672,1 43-1892,-1 0 0,1 0 0,-1 0-1,1 0 1,0 0 0,0 0 0,0 0-1,-1 0 1,1 0 0,0 0 0,0 1 0,0-1-1,0 0 1,0 1 0,0-1 0,0 1-1,1-1 1,-1 1 0,0 0 0,0-1 0,0 1-1,0 0 1,1 0 0,-1 0 0,0 0-1,0 0 1,1 0 0,-1 0 0,0 0 0,0 0-1,0 0-6,1 0-7,0 0 0,-1 0-1,1 0 1,0 0 0,-1 1-1,1-1 1,-1 0 0,1 1-1,-1-1 1,1 1 0,0-1-1,-1 1 1,0 0 0,1 0-1,-1 0 1,1 0 0,-1 0-1,0 0 1,0 0 0,0 0-1,0 0 1,0 0 0,0 1-1,0-1 1,0 0 0,0 1-1,0 0 8,2 7 0,-1-1 0,0 1 0,-1 0 0,0 0-1,-1-1 1,1 1 0,-2 0 0,1 0 0,-2 7 0,1-14-1,-1-1 0,1 0-1,-1 1 1,1-1 0,-1 0 0,1 0 0,-1 0-1,1 0 1,-1-1 0,0 1 0,0 0 0,1-1-1,-1 1 1,0-1 0,0 1 0,0-1 0,1 0 0,-1 0-1,0 0 1,0 0 0,-1 0 1,-42-4 32,43 3-27,0 0 1,0-1 0,0 1-1,0-1 1,0 0 0,1 1-1,-1-1 1,1 0 0,-1 0 0,1 0-1,0 0 1,-1 0 0,1 0-1,0-1 1,1 1 0,-1 0-1,0 0 1,1-1 0,-1 1 0,1 0-1,0-1 1,-1 1-6,1-4 11,-1 1 0,0-1 1,1 1-1,0 0 0,1-1 0,-1 1 1,1-1-1,0 1 0,1-3-11,-1 6 1,0 1-1,0-1 0,0 1 1,0 0-1,1 0 1,-1-1-1,0 1 0,1 0 1,-1 0-1,1 1 0,-1-1 1,1 0-1,-1 0 0,1 1 1,0-1-1,-1 1 1,1-1-1,0 1 0,0 0 1,-1 0-1,1-1 0,1 1 0,46 0-1,-38 0 1,-10 0 0,1 1 1,-1-1-1,1 0 0,-1 1 0,1-1 1,-1 1-1,0 0 0,1-1 1,-1 1-1,0 0 0,1 0 1,-1 0-1,0 0 0,0 0 1,0 0-1,0 0 0,0 0 1,0 1-1,0-1 0,0 0 0,-1 0 1,1 1-1,0-1 0,-1 1 1,1-1-1,-1 1 0,1-1 1,-1 1-1,0-1 0,0 1 1,0-1-1,0 1 0,3 59 13,-3-50-12,1-4 16,-1 0 0,-1-1-1,1 1 1,-1-1 0,0 1 0,0-1 0,-2 4-17,2-8 6,0-1 0,0 1 1,0-1-1,0 1 1,0-1-1,0 1 1,0-1-1,0 0 0,-1 0 1,1 1-1,-1-1 1,1 0-1,-1 0 0,1-1 1,-1 1-1,1 0 1,-1 0-1,0-1 1,0 1-1,1-1 0,-1 1 1,0-1-1,0 0 1,1 0-1,-1 0 1,0 0-1,0 0 0,0 0-6,0-1 15,1 1 0,0-1 0,0 1 0,0-1-1,0 0 1,0 1 0,0-1 0,1 0-1,-1 0 1,0 1 0,0-1 0,0 0 0,1 0-1,-1 0 1,0 0 0,1 0 0,-1 0 0,1 0-1,-1-1 1,1 1 0,0 0 0,-1 0 0,1 0-1,0 0 1,0-1 0,0 1 0,0 0-15,-4-32 48,2 2-13,1 22-11,1 0 0,-1-1 0,2 1 0,-1 0 0,1 0 0,2-9-24,-3 17 3,1 0-1,-1 1 0,0-1 1,0 0-1,1 1 1,-1-1-1,1 0 0,-1 1 1,1-1-1,-1 0 0,1 1 1,-1-1-1,1 1 1,0-1-1,-1 1 0,1-1 1,0 1-1,-1 0 1,1-1-1,0 1 0,-1 0 1,1-1-1,0 1 1,0 0-1,-1 0 0,1 0 1,0 0-1,0 0 1,0 0-1,-1 0 0,1 0 1,0 0-1,0 0 1,-1 0-1,1 0 0,0 0 1,0 1-1,-1-1 1,1 0-1,0 1 0,0-1 1,-1 0-1,1 1 1,0-1-1,-1 1 0,1-1 1,0 1-3,1 0 4,0 1 0,0-1 0,0 1 0,0 0 0,0-1-1,0 1 1,-1 0 0,1 0 0,-1 0 0,1 0 0,-1 1 0,0-1 0,1 0 0,-1 2-4,1 10-3,0 0 0,-1 1 1,-1-1-1,-1 0 0,0 0 0,-2 9 3,3-21 4,-1-1 1,0 1-1,0-1 1,0 1-1,0-1 1,0 0-1,0 1 1,0-1-1,-1 0 1,1 0-1,0 0 1,-1 0-1,1 0 1,-1 0-1,1 0 1,-1 0-1,1-1 1,-1 1-1,0-1 1,1 1-1,-1-1 1,0 1-1,1-1 1,-1 0-1,0 0 1,-1 0-5,-47-1 652,48 1-629,0-1-1,1 0 0,-1 0 1,1 0-1,-1 0 0,1 0 0,0 0 1,-1 0-1,1 0 0,0-1 1,0 1-1,0-1 0,0 1 1,0 0-1,0-1 0,0 0 1,1 1-1,-1-1 0,0 0 0,1 1 1,-1-1-1,1 0 0,0 1 1,0-1-1,-1 0 0,1 0 1,0 0-23,-2-58 14,3 50 8,-2-6-22,1 10 3,0-1 0,0 1 0,0 0 0,1-1 0,0 1 0,0 0 0,1-3-3,-1 7-8,-1 1 1,1-1 0,0 1-1,0-1 1,0 1 0,0 0-1,0-1 1,0 1 0,0 0-1,1 0 1,-1-1 0,0 1-1,1 0 1,-1 0 0,1 1-1,-1-1 1,1 0 0,-1 0-1,1 1 1,0-1 0,-1 1-1,1-1 1,0 1 0,-1 0-1,1 0 1,0-1 0,-1 1-1,1 1 1,1-1 7,0-1-14,-1 1 0,1 0 0,-1 0 0,1 0-1,0 0 1,-1 0 0,1 1 0,-1-1 0,1 1 0,0-1 0,-1 1 0,0 0-1,1 0 1,-1 0 0,1 1 0,-1-1 0,0 0 0,0 1 0,0-1-1,0 1 1,0 0 0,0 0 0,0 0 0,-1 0 0,1 0 0,-1 0 0,1 0-1,-1 1 1,0-1 0,0 0 0,0 1 0,0-1 0,0 1 0,-1-1 0,1 1-1,-1-1 1,1 1 0,-1 0 0,0-1 0,0 1 0,0-1 0,-1 2 14,1 6 1,1-2 3,-1 0 1,0-1-1,-1 1 0,1-1 1,-2 1-1,1 0 0,-1-1 0,-1 4-4,1-8 19,1-1-1,-1 1 0,0-1 0,0 0 1,0 0-1,0 0 0,0 0 0,0 0 1,0 0-1,-1-1 0,1 1 0,-1-1 0,1 1 1,-1-1-1,0 0 0,1 0 0,-1 0 1,0-1-1,0 1 0,0 0 0,1-1 1,-1 0-1,0 0 0,-2 0-18,4 0 40,-1 1 0,1-1 0,-1 0 0,1 0 0,0 0 0,-1 0 0,1 0 0,-1 0 1,1-1-1,-1 1 0,1 0 0,0-1 0,-1 1 0,1-1 0,0 1 0,-1-1 0,1 0 0,0 1 0,0-1 0,0 0 0,0 0 0,-1 0 0,1 0 0,0 0 0,1 0 0,-1 0 0,0 0 1,0-1-1,0 1 0,1 0 0,-1 0 0,0-1 0,1 1 0,-1-2-40,0-4 25,0 0 0,0 0 0,1 0 1,0 0-1,0 0 0,2-6-25,-1-12 125,-1 22-124,0 1 0,0 0 0,0 0 0,1-1 1,-1 1-1,1 0 0,-1 0 0,1 0 0,0 0 1,0-1-1,0 1 0,0 0 0,0 1 0,0-1 1,0 0-1,1 0 0,-1 0 0,1 1 0,0-1 0,-1 1 1,1-1-1,0 1 0,0 0 0,0-1 0,0 1 1,0 0-1,0 0-1,4-1-27,-1 0 1,1 1 0,-1 0 0,1 0-1,-1 0 1,1 1 0,-1-1 0,1 1-1,0 1 1,3 0 26,-7-1-15,-1 1 0,1 0-1,-1 0 1,0 0 0,1-1 0,-1 1 0,0 1 0,0-1-1,0 0 1,0 0 0,0 0 0,0 0 0,0 1-1,0-1 1,0 1 0,-1-1 0,1 0 0,-1 1-1,1-1 1,-1 1 0,1-1 0,-1 1 0,0 0 0,1-1-1,-1 1 1,0 0 15,3 48-225,-2-44 209,-2 0 0,1 0 0,0 1 0,-1-1 0,0 0 0,-1 0 1,1 0-1,-1 0 0,-1 0 16,2-3 6,-1-1-1,1 1 1,-1-1 0,0 1 0,0-1 0,0 0 0,0 0-1,0 0 1,0 0 0,-1 0 0,1-1 0,-1 1-1,1-1 1,-1 1 0,0-1 0,1 0 0,-1 0 0,0 0-1,0 0 1,-2 0-6,-4 1 65,0-1 0,-1 1 0,1-1 0,0-1-1,-1 1 1,1-2 0,0 1 0,0-1 0,-1-1-1,1 0 1,0 0 0,-5-2-65,10 2 13,0 0 1,0 0-1,1 0 0,-1 0 0,1-1 0,-1 0 1,1 1-1,0-1 0,0 0 0,0-1 1,1 1-1,-1 0 0,1-1 0,-1 1 1,1-1-1,0 0 0,1 0 0,-1 0 0,1 0 1,-1 0-1,1 0 0,0 0 0,1 0 1,-1-1-1,1 1 0,0 0 0,0-1 0,0 1-13,-1 0-7,1 0 0,0 1 0,0-1 0,0 0 0,0 0 0,1 1 0,-1-1 0,1 0 0,0 0 0,0 1 0,0-1 0,1 1 0,-1-1 0,1 1 0,0 0 0,0-1 0,0 1 0,0 0 0,1 0 0,-1 0 0,1 1 0,0-1 0,0 1 0,0-1 0,0 1 0,0 0 0,0 0 0,0 0 0,1 1 0,-1-1-1,1 1 1,0 0 0,1-1 7,1 0-31,0 0-1,1 1 0,-1-1 0,1 1 0,-1 0 0,1 1 0,-1 0 0,1 0 1,-1 0-1,1 1 0,-1 0 0,3 0 32,-7 0-11,1 0 0,-1 0-1,1 1 1,-1-1 0,0 0 0,1 1 0,-1-1-1,0 1 1,0 0 0,0 0 0,0 0-1,0 0 1,-1 0 0,1 0 0,-1 0 0,1 0-1,-1 1 1,0-1 0,0 1 0,0-1 0,0 1-1,0-1 1,-1 1 0,1-1 0,-1 1-1,1 0 1,-1-1 0,0 1 0,0 0 0,-1 2 11,1 59 40,0-63-41,-1 0 1,0 0-1,0 0 1,0 0 0,0 0-1,0 0 1,0 0-1,0 0 1,-1-1 0,1 1-1,0-1 1,0 1-1,-1 0 1,1-1 0,0 0-1,0 1 1,-1-1-1,1 0 1,0 0 0,-1 0-1,1 0 1,-1 0 0,1 0-1,0 0 1,-1 0-1,1 0 1,0-1 0,-1 1-1,1-1 1,0 1-1,0-1 1,-1 1 0,1-1-1,0 0 1,0 1-1,0-1 1,-1-1 0,-3-29-4128,5 25 2461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8:18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764 138 32,'0'0'155,"0"0"111,0 0 668,0 0-221,0 0-143,0 0 6,-7-9 6376,-75 9 727,-41 0-1396,111 1-5861,0 0-1,0 1 1,0 1 0,1 0 0,-1 0-1,-8 5-421,8-4 648,1 0 0,-1-1 0,0 0 0,1-1-1,-1 0 1,-11 0-648,-31-3 1181,17 0-1026,-1 1 0,-7 3-155,14 5 288,26-6-274,1-1 0,-1 1 0,0-1 1,1 0-1,-1 0 0,0-1 0,-3 1-14,-88-1 312,90 0-312,6 0 0,-1 1 0,1-1 0,0 1 0,0-1 0,-1 0 0,1 1 0,0-1 0,0 1 0,0-1 0,0 1 0,0-1 0,-1 1 0,1-1 0,0 1 0,0-1 0,0 1 0,0-1 0,0 1 0,0-1 0,0 0 0,1 1 0,-1-1 0,0 1 0,0-1 0,0 1 0,0-1 0,1 1 0,-1-1 0,0 0 0,0 1 0,1-1 0,-1 1 0,0-1 0,1 0 0,-1 1 0,0-1 0,1 0 0,9 13 0,57 64 0,1 9 0,-45-58 0,-15-22 0,-14-19 0,-3 0 0,-1 0 0,0 1 0,0 1 0,-1 0 0,-1 0 0,-8-8 0,-11-9 0,24 22 0,0 0 0,0-1 0,0 1 0,1-1 0,0-1 0,0 1 0,1-1 0,0 0 0,0-1 0,0-1 0,-7-23 0,12 32 0,0-1 0,0 1 0,0-1 0,0 1 0,0 0 0,0-1 0,0 1 0,1-1 0,-1 1 0,0 0 0,1-1 0,-1 1 0,1 0 0,0 0 0,-1-1 0,1 1 0,0 0 0,0 0 0,0 0 0,0 0 0,0 0 0,1-1 0,11-10 0,1 1 0,1 1 0,0 0 0,0 1 0,1 1 0,0 0 0,0 1 0,1 1 0,13-3 0,-23 6 0,0 0 0,0-1 0,-1 0 0,1 0 0,-1 0 0,0-1 0,0 0 0,3-4 0,-5 6 0,-2 0 0,3 3 0,-4 1 0,0 0 0,0 0 0,-1-1 0,1 1 0,0 0 0,-1 0 0,1 0 0,-1 0 0,1 0 0,-1 1 0,0-1 0,1 0 0,-1 0 0,0 0 0,0 0 0,0 0 0,1 0 0,-1 1 0,-1-1 0,1 0 0,0 0 0,0 0 0,0 0 0,0 0 0,-1 1 0,1 0 0,-20 265 0,20-265 0,1-1 0,-1-1 0,0 1 0,0 0 0,0 0 0,0-1 0,0 1 0,0 0 0,0 0 0,-1-1 0,1 1 0,0 0 0,0 0 0,0-1 0,-1 1 0,1 0 0,0-1 0,-1 1 0,1 0 0,-1-1 0,1 1 0,-1-1 0,1 1 0,-1 0 0,1-1 0,-1 1 0,0-1 0,0-1 0,0 0 0,1 0 0,-1 0 0,0 0 0,1 0 0,-1 0 0,1 0 0,-1 0 0,1-1 0,0 1 0,-1 0 0,1 0 0,0 0 0,0-1 0,0 1 0,0 0 0,0 0 0,0-2 0,0 3 0,-6-53 0,2-1 0,2-24 0,2 181 0,-15-142 0,-2 0 0,13 20 0,2-1 0,0 1 0,1 0 0,0-7 0,25 78-2308,-20-40 917,0-1-1,-1 1 0,-1 0 0,0 0 1,0-1-1,-1 10 1392,-1-20-8041,0-1 1099,0 0 2393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8:38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856 9 240,'0'0'288,"0"0"-115,0 0-30,0 0 237,0 0-16,0 0-108,-26-9 4009,21 9-4239,0 0 0,0 1 0,-1 0 0,1 0 0,0 0 0,0 0 0,0 1-1,0 0 1,0 0 0,1 0 0,-4 2-26,5-2 17,0 0-1,0-1 1,-1 0-1,1 1 1,0-1-1,0 0 1,-1 0-1,1-1 1,-1 1 0,1-1-1,-2 0-16,-117 15 1163,69-6-1044,-210 11 505,252-19-555,0 0 0,1 0 0,-1 1 1,1 1-1,-1 0 0,-5 2-69,6-1 78,0-1-1,0 0 1,-1-1-1,1 0 1,0-1-1,-7 0-77,-112 8 4453,129-7-4933,0 0 1,0 0-1,0 0 0,1 0 1,-1 0-1,1 0 0,0 0 1,-1 0-1,1 0 0,0-1 1,0 1-1,1 1 480,15 11-2841,3-2 24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7:54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34 456,'0'0'386,"0"0"-134,0 0-84,0 0-60,0 0-39,0 5-8,0 62 956,0-57 85,0-49-884,0-12-26,0 50-172,0 1 4,0 8 20,-2 44 1,1-30-34,0 0 0,1 0-1,1 0 1,1 0 0,4 14-11,-4-24 239,-3-24-90,1-188 0,0 200-154,0 29-150,13 177 196,-6-171 22,-7-34 8,0-1 49,0 0 62,0-18 397,0-249-427,0 266-164,0 1-22,0 0-29,0 3 0,0 279 214,0-281-88,0-1 50,0 0 56,0-3 55,0-232 685,0 338-902,0-60 158,0-34 134,0-13 212,6-210-141,-4 314-472,-1 40-636,-5-49-2603,-1-57 1008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7:55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1032,'0'0'639,"0"0"-150,0 0-98,0 0-35,0 0-72,0 0-80,0 15 199,6 161 933,-2-149-841,-2-25 261,-1-17-312,-1-239 93,10 327-598,-5-45 104,1 5-28,-2-12 14,-1-1 0,0 1 0,-2 8-29,2-13-59,-2-13-887,-5-6-286,-2-2 383,-7-4-1843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7:57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8,'0'0'201,"0"0"601,0 0-282,0 0-188,0 0-11,0 0-71,0 10-82,0 127 856,0-92 3589,-7-215-3974,20 260 651,-13-198-1290,0 107-185,0 10-548,10 62-1468,-1-18-1210,-8-22 277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7:58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1 328,'0'0'614,"0"0"-332,0 0-207,0 0-58,0 0-21,-3 4-2,2-2 97,0-1-59,1 1 0,-1-1 1,0 1-1,0-1 0,0 0 1,0 1-1,0-1 0,0 0 0,0 0 1,-1 0-1,1 0 0,0 0 1,-1 0-1,1 0 0,-1 0 1,1 0-1,-1-1 0,1 1 1,-1 0-1,1-1 0,-1 1 1,0-1-1,1 0 0,-1 0 1,0 0-1,1 0 0,-1 0 1,0 0-1,0 0-32,0-21 2484,3 17-414,0 21-1267,-1 95 712,0-111-1291,0-1-16,0 0-13,0 0 35,0 0 100,0-41 1430,-2 1-1381,1-7-198,1 44-138,1 5 11,2 26 105,2 47-847,-5 24 688,0-71-1479,-6-30-3756,-1-12 2157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40:43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1199 1352,'0'0'1214,"0"0"-351,0 0-8,0 0 135,0 0-17,-10 2 22,-29 8 63,30-7-32,9-3-179,0 0-336,0 0-299,0-3-197,1 1 1,0 0-1,0 0 1,0 0-1,0 0 1,0 0-1,0 0 1,0 1-1,1-1 0,-1 0 1,1 1-1,-1-1 1,1 1-1,0-1 1,-1 1-1,3-2-15,8-7 54,228-249 2532,80-81-1091,-103 125-1443,170-124-52,-381 336-358,5-4-546,-11 4-2463,-7 0-3619,-10 0 4343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40:43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1680,'0'0'793,"0"0"-489,0 152 216,0-65 64,0 13-96,19 10-152,1 7-88,-1 3-32,0-7-88,1-2-24,-7-12-64,6-8-40,-6-10 0,0-14-64,0-8-304,0-15-568,0-18-640,-6-17-737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40:43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118 111 1320,'0'0'454,"0"0"-213,0 0-90,0 0-27,0 0-32,30-10-23,206-73 70,-224 79-192,13-5 310,-23 6-76,-16 1-47,0 4-128,0 0 1,1 0-1,-1 1 1,1 1-1,0 0 0,0 0 1,0 2-1,1 0 1,-1 0-1,1 1 1,-8 6-7,-19 15-11,0 2 0,-22 23 11,41-33 26,0 0-1,2 2 1,0 0 0,-2 6-26,19-27 8,0 0 0,0 1 0,0-1 0,0 0 0,0 1 0,1-1-1,-1 0 1,0 1 0,1-1 0,-1 1 0,1 0 0,0-1 0,-1 1 0,1-1 0,0 1 0,0-1 0,0 1 0,0 0 0,0-1 0,0 1 0,1-1 0,-1 1 0,1-1 0,-1 1 0,1-1 0,-1 1 0,1-1 0,0 1 0,-1-1 0,1 0 0,0 1 0,0-1 0,0 0 0,0 0 0,0 1 0,1-1 0,-1 0 0,0 0 0,0-1 0,1 1 0,-1 0 0,0 0-1,1 0 1,-1-1 0,1 1-8,10 4 34,-1-1-1,1 0 0,0-1 0,0 0 1,7 1-34,-4-2 23,10 4-5,-1-2-1,1-1 1,0-1 0,0-1 0,1-2-18,-14 1-72,-1-1 1,0 0-1,0-1 1,0 0-1,-1-1 1,1 0-1,-1-1 0,1 0 1,-1-1-1,0 0 1,-1 0-1,6-4 72,24-22-1095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40:44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1968,'0'0'1039,"0"0"-497,-1 25-151,-4 424 835,26-43-461,24 68-621,-43-463-157,6 58-725,2-1 0,4 0-1,15 42 739,-10-61-1607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40:44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1 928,'0'0'691,"0"0"-304,0 0-185,0 30-61,0 174 61,-1-180-126,-1 0 1,-1-1-1,-1 1 0,-1-1 0,-1 0 0,-2 0 0,0-1 0,-1 0 1,-1 0-1,-1-1 0,-2 1-76,-7 10 69,-2 0 1,-1-1-1,-2-2 0,0 0 0,-2-2 1,-17 13-70,38-34 40,-1 0 0,1-1 0,-1 0 1,0-1-1,0 1 0,-1-2 0,1 1 0,-1-1 1,0 0-1,0 0 0,0-1 0,0 0 0,0 0 1,-6-1-41,13-1 8,0 0 0,1-1 0,-1 1 1,0 0-1,0-1 0,1 1 1,-1-1-1,0 1 0,1-1 0,-1 0 1,1 1-1,-1-1 0,1 1 1,-1-1-1,1 0 0,-1 0 0,1 1 1,0-1-1,-1 0 0,1 0 1,0 0-1,-1 1 0,1-1 0,0 0 1,0 0-1,0 0 0,0 0 1,0 1-1,0-1 0,0 0 0,0 0-8,0-41 14,1 26 21,-1 11-30,0 0-1,1 0 1,-1 0 0,1 0 0,0 0-1,0 0 1,1 0 0,-1 0 0,1 1-1,0-1 1,0 1 0,1-1-1,0 1 1,-1 0 0,1 0 0,1 0-1,2-3-4,0 2 4,1-1-1,0 2 0,0-1 0,0 1 1,0 0-1,0 0 0,1 1 0,0 0 1,0 0-1,3 0-3,23-4 6,-1 2-1,1 1 1,0 2-1,33 2-5,-55 0 4,0 1-25,1 1-1,-1 1 1,0 0 0,0 0 0,0 1 0,0 1-1,0 0 1,-1 0 0,0 2 0,8 5 21,35 16-1563,-33-19-274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40:45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0 944,'0'0'678,"0"0"-97,0 0-142,0 0-170,0 0-22,-28 14-34,-88 43-5,110-54-182,1-1-1,0 2 1,0-1-1,1 1 1,-1-1-1,1 1 1,-1 0-1,1 1 0,1-1 1,-1 1-1,0 0 1,1 0-1,0 0 1,0 0-1,1 0 0,-1 3-25,0 2 61,1-1-1,0 0 0,1 1 0,0 0 0,1-1 0,0 1 0,1 3-60,-1 7 87,0-16-76,0 0-1,1-1 1,-1 1-1,1-1 1,0 1-1,0-1 1,0 1-1,0-1 1,0 0-1,1 0 1,0 1-1,0-1 1,0 0-1,0 0 1,0 0-1,0-1 1,1 1-1,-1-1 1,1 1-1,0-1 1,0 0-1,-1 0 1,2 0-1,-1 0 1,0 0-1,0-1 1,0 0-1,1 1 1,-1-1-1,1-1 1,0 1-11,15 3 33,0 0 1,0-2 0,0-1-1,0 0 1,8-1-34,-17 0 1,-3 0 4,1-1 0,-1 1 0,1-1 0,-1 0 0,1-1-1,-1 0 1,0 0 0,0-1 0,0 1 0,0-2 0,-1 1 0,1-1 0,-1 0 0,0 0-1,0-1 1,0 1 0,0-1 0,-1-1 0,0 1 0,0-1 0,-1 0 0,1 0 0,-1 0-1,0-1 1,-1 1 0,0-1 0,0 0 0,0 0 0,-1 0 0,0 0 0,0-1 0,-1 1-1,0-1 1,0 1 0,-1 0 0,0-2-5,0-2 0,0-1 0,-1 0 0,0 1 0,-1-1 0,0 1 0,-2-6 0,2 12-50,0 0 0,0 0 0,-1 0 0,1 1 0,-1-1-1,0 1 1,-1 0 0,1 0 0,-1 0 0,1 0 0,-1 1 0,0-1 0,-1 1 0,1 0 0,-2 0 50,-17-3-1284,21 6 1089,0 0-1092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40:45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1 128,'0'0'888,"0"0"-409,0 0-211,0 0-76,0 0 4,-28 26 39,-179 165 660,200-184-844,-2 1 90,-1 1 0,1 0 0,0 0 0,1 1 0,0 1-141,6-7 28,-1 0 0,1 0 1,0 0-1,1 0 0,-1 0 0,1 0 0,0 1 0,0-1 1,0 1-1,1-1 0,-1 1 0,1-1 0,0 0 0,0 1 0,1-1 1,0 3-29,0-3 19,0 0 0,1-1 0,-1 1 0,1-1 1,0 1-1,0-1 0,1 0 0,-1 0 0,1 0 1,-1 0-1,1 0 0,0 0 0,0-1 0,0 0 1,0 1-1,1-1 0,-1 0 0,1-1 0,-1 1 0,1 0 1,-1-1-1,1 0 0,0 0 0,2 0-19,11 4 59,1-2 1,0 0-1,0 0 0,15-1-59,-11-1 16,-5 0-2,-1 0-1,1-1 1,0-1-1,0-1-13,-13 2-7,-1 0-1,1-1 0,-1 0 1,1 0-1,-1 0 1,0 0-1,1 0 0,-1-1 1,0 1-1,0-1 1,0 0-1,0 0 1,0 0-1,0-1 0,-1 1 1,1-1-1,-1 1 1,0-1-1,1 0 0,-1 0 1,0-1 7,3-9-364,-1 0 1,-1 0 0,0-1-1,0 1 1,-2-1-1,1-11 364,-1-28-1923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40:45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1168,'0'0'2145,"0"0"-1313,0 0-512,0 0-320,0 0-24,0 0-64,0 0-304,155 111-520,-109-82-465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40:46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0 327 1504,'0'0'1041,"0"0"-497,0 0-16,0 149-24,7-91-160,6 9-216,6 3 8,-6 0-56,0-3-40,6-2-40,-6-7-8,0-11-288,7-10-496,-14-13-520,1-18-857</inkml:trace>
  <inkml:trace contextRef="#ctx0" brushRef="#br0" timeOffset="1">13 0 3745,'0'0'1816,"0"0"-1496,0 0-320,0 0-208,0 0-1080,0 0-1105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40:46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1544,'0'0'1215,"0"0"-527,8 27-75,49 192 237,-33-115-522,14 60 778,3 71-1106,-40-463 265,-1 159-241,4 1-1,2 0 1,7-22-24,-8 62 58,2 1 1,0 0-1,2 1 0,1 0 0,1 0 0,1 1 1,1 0-1,1 1 0,10-12-58,-20 30 2,1 0-1,0 0 0,0 0 1,1 1-1,-1-1 0,1 1 1,0 1-1,1-1 0,-1 1 1,1 0-1,0 1 0,0-1 1,0 1-1,0 1 0,0-1 1,1 1-1,-1 1 0,1-1 1,0 1-1,-1 1 0,1-1 1,4 1-2,-7 1 4,-1-1 0,0 1 1,0 0-1,0 0 1,0 0-1,0 1 1,0-1-1,-1 1 0,1 0 1,0 0-1,-1 0 1,1 0-1,-1 1 1,0 0-1,0-1 1,0 1-1,0 0 0,0 1 1,-1-1-1,1 0 1,-1 1-1,0-1 1,1 4-5,7 11 46,-2 1-1,0 0 1,-1 1 0,0 6-46,-4-19 13,15 74-112,-2 0 1,-4 0-1,-4 2 0,-3 19 99,0-18-1721,-4-48-350,-1-14-138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40:47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0 489 2681,'0'0'856,"0"0"-356,0 0-120,0 0-83,29-6-90,89-19-74,-109 23-110,0 0-1,0-1 0,0 0 0,-1-1 1,1 0-1,-1 0 0,0-1 1,0 0-1,-1 0 0,0-1 0,0 0 1,0 0-1,0-1 0,4-5-22,6-6 51,3-3-19,-1 0 0,-1-1 0,0-1 0,11-21-32,-22 32-6,-1 0 0,0-1 1,-1 0-1,-1 0 0,0 0 1,0-1-1,-2 1 0,1-1 1,-2 1-1,0-1 1,0-2 5,-1 13-31,0 0 1,-1 0 0,1 1 0,0-1-1,-1 0 1,0 1 0,1-1 0,-1 1-1,0-1 1,-1 1 0,1-1 0,0 1 0,-1 0-1,1-1 1,-1 1 0,0 0 0,1 0-1,-1 0 1,0 0 0,0 0 0,-2 0 30,0-1-58,-1 0-1,0 1 1,1 0 0,-1 0 0,0 0 0,0 0 0,-1 1 0,1 0-1,0 0 1,0 0 0,-2 1 58,-1-1-33,0 0 1,1 1-1,-1 1 0,1-1 0,-1 1 0,1 0 1,-1 1-1,1 0 0,-1 0 0,1 1 0,0 0 1,0 0-1,0 0 0,1 1 0,-1 0 0,-2 3 33,-7 9 17,2 2 0,0 0 0,0 0 0,2 2 0,0-1-1,2 1 1,0 1 0,1 0 0,1 0 0,1 1 0,-2 13-17,1 0 169,2 1 1,1 0-1,2 0 1,2 0 0,1 0-1,4 35-169,-3-63 65,0-1 0,1 1 0,-1 0 0,1-1-1,1 1 1,-1-1 0,1 0 0,1 1-1,-1-1 1,1-1 0,0 1 0,1-1 0,0 1-1,0-1 1,0-1 0,1 1 0,-1-1-1,1 0 1,1 0 0,-1-1 0,1 1 0,-1-1-1,1-1 1,1 1 0,-1-1 0,5 1-65,15 3 105,0-1 0,1 0-1,0-3 1,0 0 0,0-2 0,21-1-105,-42 0-219,1-1 0,0 0 0,-1-1-1,1 1 1,-1-1 0,1-1 0,-1 1 0,0-1 0,0-1-1,0 1 1,0-1 0,-1 0 0,0-1 0,0 0-1,0 0 1,0 0 0,2-3 219,15-21-3010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38:50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217 260 528,'0'0'402,"0"0"-137,0 0-88,0 0-33,0 0-21,0 18 6,0 81 329,0-99-409,0 1 0,0 0 0,-1-1 0,1 1-1,0 0 1,-1-1 0,1 1 0,0-1 0,-1 1 0,1 0 0,-1-1 0,1 1 0,-1-1 0,0 1 0,1-1 0,-1 1 0,1-1 0,-1 0 0,0 1 0,1-1-1,-1 0 1,0 0 0,1 1 0,-1-1 0,0 0 0,0 0 0,1 0 0,-1 0 0,0 0 0,0 0 0,1 0 0,-1 0 0,0 0 0,0 0 0,1 0 0,-1-1-1,0 1 1,1 0 0,-1 0 0,0-1 0,1 1 0,-2-1-49,-1 0 135,0 1 0,-1-2 1,1 1-1,0 0 0,0-1 0,-1 1 0,1-1 0,0 0 0,-1-1-135,0-4 35,0 1 0,1-1 0,0 0-1,0 0 1,0-1 0,1 1 0,0 0 0,1-1 0,0 1-1,0-1 1,0 1 0,1-1 0,0 0 0,1 1 0,-1-1-1,1 1 1,1-2-35,-2 7-4,1 1 0,-1 0 0,0-1 0,1 1-1,-1 0 1,1 0 0,-1 0 0,1-1 0,0 1 0,0 0-1,-1 0 1,1 0 0,0 0 0,0 0 0,0 0 0,0 0-1,0 1 1,0-1 0,0 0 0,0 0 0,0 1 0,1-1-1,-1 1 1,0-1 0,0 1 0,0-1 0,1 1 0,-1 0-1,0 0 1,1 0 0,-1-1 0,0 1 0,1 0 0,-1 1-1,0-1 1,1 0 0,-1 0 0,0 1 0,0-1 0,1 0-1,-1 1 1,0-1 0,0 1 0,1 0 4,2 1-7,0 0 1,0 1-1,0-1 0,-1 1 1,1 0-1,0 0 1,-1 0-1,0 1 0,0-1 1,0 1-1,2 3 7,0 3-14,-1 0-1,0 0 1,-1 1-1,0-1 1,-1 1-1,0 0 0,0-1 1,-1 1-1,0 0 1,-1 0-1,-1 6 15,1-15 7,0-1-1,0 1 1,-1-1 0,1 1-1,0-1 1,-1 1-1,1-1 1,-1 1-1,1-1 1,-1 0 0,0 1-1,0-1 1,0 0-1,1 1 1,-1-1 0,0 0-1,-1 0 1,1 0-1,0 0 1,0 0-1,0 0 1,0 0 0,-1 0-1,1-1 1,-1 1-1,1 0 1,0-1 0,-1 1-1,1-1 1,-1 0-1,1 1 1,-1-1-7,-53 4 313,45-4-275,9-1-27,-1 1 0,1-1 0,0 0 1,0 1-1,0-1 0,0 0 1,0 0-1,0 0 0,0 0 0,0 1 1,0-1-1,1 0 0,-1-1 1,0 1-1,1 0 0,-1 0 0,1 0 1,-1 0-1,1 0 0,-1-1 0,1 1 1,0 0-1,-1 0 0,1-1-11,-7-33 184,4 6-11,1-1-1,1-20-172,2 40 2,-1-1 0,2 0 0,-1 1 1,1-1-1,1 1 0,0 0 0,0 0 0,1 0 1,1-2-3,-4 12-8,-1-1 0,1 0 0,-1 0 1,1 0-1,0 0 0,-1 1 0,1-1 1,0 0-1,-1 0 0,1 1 0,0-1 1,0 1-1,0-1 0,0 1 1,0-1-1,0 1 0,0 0 0,-1-1 1,1 1-1,0 0 0,0 0 0,0-1 1,0 1-1,1 0 0,-1 0 0,0 0 1,0 0-1,0 0 0,0 1 1,0-1-1,0 0 0,0 0 0,0 1 1,-1-1-1,1 1 0,0-1 0,0 1 1,0-1-1,0 1 8,2 1-6,0-1-1,-1 1 1,1 0-1,-1 0 1,1 0-1,-1 1 1,0-1 0,0 1-1,0-1 1,0 1-1,1 2 7,0 9-37,0 0 0,0 1 0,-1-1 0,-1 0-1,-1 1 1,0 0 0,-1-1 0,0 1 0,-3 6 37,4-18 13,-1 0 0,0 0 1,0 0-1,0 0 0,-1 0 0,1 0 1,-1-1-1,1 1 0,-1 0 1,0-1-1,0 1 0,0-1 1,-1 0-1,1 1 0,0-1 0,-1 0 1,1 0-1,-1-1 0,0 1 1,0-1-1,0 1 0,0-1 1,-1 1-14,2-1 30,-1 0 1,1-1 0,0 1 0,0-1 0,-1 1 0,1-1 0,0 0 0,-1 1 0,1-1-1,0-1 1,-1 1 0,1 0 0,0 0 0,0-1 0,-1 1 0,1-1 0,0 0-1,0 0 1,0 0 0,-1 0 0,1 0 0,0 0 0,1-1 0,-1 1 0,0 0-1,0-1 1,0 0 0,1 1 0,-1-1 0,0-2-31,-3-3 53,1 0 0,-1-1 0,2 0 0,-1 0 1,1 0-1,0 0 0,1 0 0,0-1 0,0 1 0,1-1 0,0 1 0,0-1 0,1 0 0,0 1 1,1-1-1,0 0 0,1-5-53,-1 12-7,1 0 0,-1 1 0,0-1 1,0 0-1,1 1 0,-1-1 0,1 1 0,-1 0 1,1-1-1,0 1 0,-1 0 0,1 0 1,0 0-1,0 0 0,0 0 0,0 0 0,0 1 1,0-1-1,0 1 0,0-1 0,0 1 0,1 0 7,-1-1-16,0 1-1,-1 0 0,1-1 1,0 1-1,0 0 0,0 0 1,0 0-1,-1 0 0,1 0 1,0 1-1,0-1 0,0 0 1,-1 1-1,1-1 0,0 1 1,0 0-1,-1 0 0,1 0 1,-1 0-1,1 0 0,0 0 1,-1 0-1,0 0 0,2 1 17,0 4-10,-1 0 1,1 0-1,-1 0 0,-1 0 0,1 1 0,-1-1 0,0 0 0,0 1 0,-1-1 0,1 1 0,-1-1 1,-1 1-1,0-1 0,1 0 0,-3 7 10,2-10 6,0 1 1,0-1-1,0 0 0,0 0 1,-1 0-1,1 0 0,-1 0 1,0 0-1,0-1 0,0 1 0,0 0 1,0-1-1,-1 0 0,1 1 1,-1-1-1,1 0 0,-1 0 1,0 0-1,0-1 0,0 1 1,0-1-1,0 0 0,0 1 1,-1-1-1,1-1 0,0 1 1,0 0-1,-1-1 0,1 0 1,-3 0-7,4 1 27,0-1 1,0 0-1,0 0 1,0-1-1,0 1 0,0 0 1,0-1-1,0 1 1,0-1-1,0 1 1,0-1-1,0 0 1,1 0-1,-1 0 1,0 0-1,0 0 1,1-1-1,-1 1 1,0-1-28,-16-35 317,17 32-293,-3-10 71,1 1 0,1-1 0,1 0 0,0 0 0,0 0 1,2 1-1,0-1 0,2-9-95,-2 20-5,0 1 0,0-1 0,1 1 0,-1-1 0,1 1 0,-1 0 0,1 0 0,0 0 0,1 0 0,-1 0 0,0 0 0,1 1 0,0-1 0,-1 1 0,1-1 0,0 1 0,0 0 0,0 0 0,0 1 0,1-1 0,-1 1 0,1-1 0,-1 1 0,1 0 0,-1 0 0,1 1 0,-1-1 0,1 1 0,0-1 0,-1 1 0,1 0 0,0 1 0,1-1 5,-3 1-2,0 0 0,0 1 1,0-1-1,0 0 1,0 1-1,0-1 0,0 1 1,0-1-1,-1 1 0,1 0 1,-1 0-1,1-1 0,-1 1 1,0 0-1,0 1 1,0-1-1,0 0 0,0 0 1,0 0-1,-1 1 0,1-1 1,0 1 1,12 54-72,-12-48 65,0 1-1,0-1 1,-1 1 0,0-1 0,-1 1 0,0 0 0,-2 8 7,3-16 2,-1 1 1,0-1-1,0 0 1,-1 0-1,1 1 1,0-1-1,-1 0 1,1 0-1,-1 0 1,0 0-1,1-1 1,-1 1-1,0 0 0,0-1 1,0 1-1,-1-1 1,1 0-1,0 0 1,0 0-1,-1 0 1,1 0-1,0 0 1,-1 0-1,1-1 1,-1 1-1,1-1 0,-1 0 1,1 0-1,-1 0 1,1 0-1,-2 0-2,1 0 20,-1 0 0,1 0 0,0 0 0,0 0 1,0 0-1,0-1 0,0 1 0,-1-1 0,1 0 0,0 0 0,1 0 0,-1 0 0,0-1 0,0 1 0,0-1 0,1 0 0,-1 0 0,1 0 0,-1 0 0,1 0 0,0 0 0,0 0 0,0-1 0,0 1 0,0-1 0,0 0 0,1 1 0,-1-1 0,1 0 0,0 0 1,0 0-1,0 0 0,0 0 0,1 0 0,-1 0 0,1-1 0,0 1 0,-1 0 0,2-1-20,-3-4 36,1-1-1,1 1 1,-1 0 0,2 0-1,-1-1 1,1 1 0,0 0 0,2-7-36,-2 12-11,0 1-1,0 0 1,0-1 0,1 1 0,-1 0 0,0 0 0,1 0 0,-1 0 0,1 0 0,0 1 0,0-1 0,0 0 0,0 1 0,0-1 0,0 1 0,0 0 0,0 0 0,0 0 0,1 0 0,-1 0 0,0 0 0,1 0 0,-1 1 0,1-1 0,-1 1 0,1 0 0,-1 0 0,0 0 0,1 0-1,0 0 12,0 0-10,-1 1-1,1-1 0,-1 1 0,1-1 0,-1 1 1,0 0-1,1 0 0,-1 0 0,0 0 0,1 0 0,-1 1 1,0-1-1,0 1 0,0-1 0,0 1 0,-1 0 0,1 0 1,0 0-1,-1 0 0,1 0 0,-1 0 0,0 0 0,0 0 1,0 0-1,0 1 0,0-1 0,0 1 0,0-1 0,-1 0 1,1 1-1,-1-1 0,0 1 0,0 1 11,2 8 31,-1 1 1,-1-1-1,0 0 0,-1 0 1,0 0-1,-3 11-31,3-21 19,0 0 0,0 0-1,0-1 1,0 1 0,0 0-1,-1-1 1,1 1 0,-1-1-1,1 1 1,-1-1 0,1 0-1,-1 1 1,0-1 0,0 0 0,1 0-1,-1-1 1,0 1 0,0 0-1,0 0 1,0-1 0,0 1-1,0-1 1,0 0 0,0 0-1,0 0 1,-2 0-19,1 1 51,1-1-1,-1 0 0,0 0 1,0 0-1,0 0 1,1 0-1,-1 0 1,0-1-1,0 0 1,1 1-1,-1-1 0,0 0 1,1 0-1,-1 0 1,1-1-1,-1 1 1,1-1-1,0 1 0,-2-3-50,-1-3 66,1-1-1,0 1 1,1-1-1,0 0 1,0-1-1,1 1 1,-1 0-1,2-1 0,0 1 1,0-1-1,0-5-65,0-14 268,2-1 1,3-24-269,-4 50-28,0-1 0,0 1 0,0-1 0,1 1 1,-1-1-1,1 1 0,0 0 0,0 0 0,1-1 0,-1 1 1,1 0-1,-1 0 0,1 0 0,0 0 0,0 0 0,0 1 1,0-1-1,1 1 0,-1-1 0,1 1 0,0 0 1,-1 0-1,1 0 0,0 0 0,0 1 0,0-1 0,0 1 1,1-1-1,-1 1 0,0 0 0,1 1 0,-1-1 0,0 0 1,1 1-1,-1 0 0,1 0 0,0 0 28,-2 0-15,0 1 0,0 0-1,0 0 1,0 0 0,-1 0-1,1 0 1,0 0 0,0 1-1,-1-1 1,1 0 0,-1 1-1,1-1 1,-1 1 0,0 0 0,1-1-1,-1 1 1,0 0 0,0 0-1,0 0 1,-1 0 0,1 0-1,0 0 1,-1 0 0,1 0 0,-1 1 15,3 6-4,-1 0-1,0-1 1,0 2 0,-1-1 0,0 5 4,0 15 9,0-20-5,-1 0 0,0 1 0,0-1 0,-1 0-1,0 0 1,0 1 0,-2 2-4,2-9 31,0-1-1,0 0 0,0 0 1,-1 0-1,1 0 1,0 0-1,-1 0 0,1 0 1,-1 0-1,0-1 1,0 1-1,0 0 1,0-1-1,0 0 0,0 1 1,0-1-1,0 0 1,0 0-1,-1 0 0,1 0 1,0-1-1,-1 1 1,1-1-1,0 1 1,-1-1-1,1 0 0,-1 0 1,1 0-1,-1 0 1,0 0-31,1 0 44,1 0 1,-1-1-1,0 1 1,0 0-1,0-1 1,0 1 0,0-1-1,0 0 1,1 1-1,-1-1 1,0 0-1,1 0 1,-1 0 0,0 0-1,1-1 1,0 1-1,-1 0 1,1-1-1,0 1 1,-1-1 0,1 1-1,0-1 1,0 0-1,0 1 1,0-1-1,1 0 1,-1 0 0,0 1-1,1-1 1,-1 0-1,1 0 1,0 0-1,-1-1-44,0-10 59,-1 0-1,2-1 0,0 1 1,1-12-59,0 0 169,-1 22-178,0 1-1,1-1 1,-1 1-1,1 0 1,0-1-1,0 1 0,-1-1 1,2 1-1,-1 0 1,0 0-1,0-1 1,1 1-1,-1 0 1,1 0-1,-1 0 1,1 1-1,0-1 0,0 0 1,1 0 9,-2 1 5,-1 1 0,1-1-1,0 1 1,0-1 0,0 1 0,0-1 0,0 1-1,0-1 1,0 1 0,0 0 0,1 0 0,-1 0 0,0-1-1,0 1 1,0 0 0,0 0 0,0 0 0,0 1-1,0-1 1,0 0 0,0 0 0,0 1 0,0-1 0,1 0-1,-1 1 1,-1-1 0,1 1 0,0-1 0,0 1 0,0 0-1,0-1 1,0 1 0,0 0 0,-1 0 0,1 0-1,0-1 1,-1 1 0,1 0 0,0 0 0,-1 0 0,1 0-1,-1 0 1,0 0 0,1 0-5,3 12 144,1 0 0,-2 0 0,0 0 0,0 0 0,-2 0 0,1 0 1,-2 1-1,0-1 0,-1 9-144,1-7 217,0-14-180,0 0 1,0-1-1,0 1 1,0-1 0,0 1-1,0 0 1,0-1-1,0 1 1,0-1 0,0 1-1,0-1 1,-1 1-1,1 0 1,0-1 0,0 1-1,-1-1 1,1 1-1,0-1 1,-1 1 0,1-1-1,-1 0 1,1 1-1,0-1 1,-1 1 0,1-1-1,-1 0 1,1 1-1,-1-1 1,1 0 0,-1 0-1,1 1 1,-1-1-1,0 0 1,1 0 0,-1 0-1,1 0 1,-1 0-1,0 0 1,1 0 0,-1 0-1,1 0 1,-1 0-1,0 0-37,0 0 91,0 0-1,-1-1 1,1 1-1,0 0 0,0-1 1,-1 1-1,1-1 0,0 0 1,0 1-1,0-1 0,-1 0 1,1 0-1,0 0 1,0 1-1,0-1 0,0 0 1,1-1-1,-2 1-90,-1-6 85,0-1 0,1 1 0,0-1 0,0 0 0,0 0 0,1 0 0,0 0 0,1 0-1,0 0 1,0 0 0,0 0 0,1 1 0,1-7-85,-1 13 18,0-1-1,-1 1 1,1 0 0,0-1-1,-1 1 1,1 0-1,0-1 1,0 1-1,0 0 1,0 0-1,0 0 1,1 0 0,-1 0-1,0 0 1,0 0-1,1 0 1,-1 1-1,0-1 1,1 0 0,-1 1-1,1-1 1,-1 1-1,1 0 1,-1-1-1,1 1 1,-1 0 0,1 0-1,-1 0 1,1 0-1,0 0 1,-1 0-1,1 1 1,-1-1 0,1 0-1,-1 1 1,0-1-1,1 1 1,-1-1-1,1 1 1,-1 0 0,0 0-1,1 0 1,-1-1-1,0 1 1,0 0-1,0 1 1,0-1 0,0 0-1,0 0 1,0 0-1,0 1 1,0 0-18,3 8 203,0 1-1,-1 0 1,0 0 0,-1 0 0,0 0-1,-1 1 1,-1-1 0,1 0 0,-2 9-203,1-13 138,-1-6-66,0 0 1,-1 0 0,1 0-1,0 0 1,0-1-1,-1 1 1,1 0-1,0-1 1,-1 1-1,1-1 1,0 0-1,-1 1 1,1-1 0,-1 0-1,1 0 1,0 0-1,-1 0 1,1 0-1,-1 0 1,1 0-1,-1 0 1,0-1-73,-39-6 226,29-5-2959,6-16-10371,6 16 6895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41:33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0 228 280,'0'0'2301,"0"0"-756,0 0-769,0 0 18,0 0 253,0 0-116,0 0-334,0 0-154,0 0-46,0 0 17,5 0 5530,19-3 649,64-25-1931,-65 20-3151,0 0-1,0 1 1,1 1 0,20-1-1511,-16 2 0,-1-1 0,-1-1 0,1-1 0,20-10 0,49-14 0,-69 25 0,66-17 0,0 4 0,19 2 0,-16 8 0,0 5 0,0 5 0,4 3 0,132 21 0,-139-13 0,-67-6 0,1 1 0,-2 1 0,1 1 0,-1 2 0,17 8 0,58 21 0,-83-35 0,1-1 0,-1-1 0,1 0 0,0-2 0,0 0 0,-1 0 0,7-3 0,31 1 0,190 2 0,-237 1 0,0 0 0,0 0 0,0 1 0,-1 1 0,1-1 0,6 4 0,24 7 0,-8-8 0,1-1 0,25 0 0,48 6 0,-76-6 0,1-1 0,-1-1 0,1-2 0,-1-1 0,1-1 0,-1-2 0,1-1 0,20-6 0,-38 7 0,-7 3 0,0 0 0,0 0 0,0 0 0,0 0 0,0 1 0,0 0 0,0-1 0,0 2 0,2-1 0,24-2 0,0-1 0,0-1 0,10-4 0,-10 1 0,1 2 0,0 2 0,11 0 0,107-6 0,436-5 0,154 14 0,-533 14 0,-124-4 0,-1 1 0,580-11 0,-325-9 0,3 18 0,-140-3 0,-108 6 0,-50-6 0,0-2 0,20 0 0,1-5 0,0 4 0,0 2 0,13 5 0,-56-7 0,0-1 0,0-1 0,0 0 0,7-2 0,84 7 0,-22-4 0,-34-1 0,45-4 0,-38-1 0,-20 2 0,-1-2 0,1-2 0,14-5 0,-48 9 0,60-16 0,1 2 0,29 0 0,-5 9 0,70 5 0,-104 2 0,-43 1 0,-1 1 0,1 0 0,-1 1 0,6 2 0,25 5 0,64 6 0,0-4 0,57-4 0,-129-7 0,28-3 0,52-29 0,-78 22 0,-28 6 0,1 0 0,0 1 0,0 0 0,0 1 0,1 0 0,0 1 0,-20 7-3443,-13 12-9854,2-4 2143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41:39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13 191 200,'0'0'245,"0"0"525,0 0-193,0 0-279,0 0-98,0 10 20,0 11 102,1 1-1,1 0 1,1-1 0,4 20-322,58 204 1096,-49-180-1011,2 35-85,-13-55 3522,-7-83-3172,-2 0 0,-2 0 0,-8-27-350,-6-42 156,-6-76 2134,1-130-2290,26 332 160,2 0-1,0-1 1,1 1 0,1-1 0,1 2-160,11 44 182,40 318 93,-42-263-261,-14-112 59,2 16-191,-2-20 328,-1-14 474,-2-31-158,-3-1 1,-1 1-1,-11-36-526,5 20 232,-4-44-232,10 13 261,3 34 238,-2 0 1,-8-26-500,12 79 791,0 7-258,-1 19-23,2 36-218,11 105 56,9 229 199,-18-335-530,-1-29 103,-1-1-1,-3 27-119,-3-60 396,-5-20-88,2-2-1,1 1 1,1-1-1,1 0 0,1 0 1,-1-23-308,-1 5 456,-8-91 2762,6 0 1,7-100-3219,2 172-61,0 62-101,1 9 103,-1 1-1,1-1 0,0 1 1,1-1-1,0 1 1,0-1-1,2 5 60,8 34 285,2 89 169,-6 0 0,-8 89-454,-1-99 319,1-125-127,0-1-117,0-3-43,-13-429 1967,13 262-1999,3 235 0,3-1 0,6 14 0,6 69 0,15 157-914,-32-299-1084,1 2 3635,-1-2-5807,0-2-2614,0 0-4523,-1-3 5253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7:41:45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441 252 240,'0'0'1432,"0"0"-543,0 0-388,0 0-97,0 0 3,-3 3-114,3-2-150,-1 0-1,0 0 1,1 0 0,-1 0-1,0 0 1,0 0 0,0-1-1,0 1 1,0 0-1,0 0 1,0-1 0,0 1-1,0-1 1,0 1-1,0-1 1,0 1 0,-1-1-143,-10 5 1851,-5 0-926,-1 0 0,0 0 0,0-2 0,0 0 0,-1-2 0,1 0 0,-1 0 0,0-2-925,-39 3 940,-89-2 470,146 0-1299,1 0 78,0 0-92,0 0 118,0 0 78,0 0-126,0 0 157,0 0 43,0 0-30,0 0-5,0 0-104,0 0-56,0 0-111,0 0 16,0 0 142,0 0-121,0 0-60,0 0-17,0 0-42,0 0-39,0 0-112,1 3 155,0 0 1,0-1 0,1 1-1,-1 0 1,1-1 0,-1 0-1,1 1 1,0-1 0,0 0-1,0 0 1,1 0 0,-1 0-1,0 0 1,1-1 0,-1 1-1,2 0 17,15 13-3,-13-7-37,2 0-1,-1 0 0,1-1 1,1 0-1,-1-1 0,3 2 41,-10-8-54,-1 0 32,0 0 93,0 0-66,0 0 1,0-1-1,0 1 0,1-1 1,-1 1-1,0-1 0,0 1 0,0 0 1,0-1-1,0 1 0,0-1 0,0 1 1,0-1-1,0 1 0,-1-1 1,1 1-1,0 0 0,0-1 0,0 1 1,0-1-1,-1 1 0,1 0 1,0-1-1,0 1 0,-1 0 0,1-1 1,0 1-1,0 0 0,-1-1 0,1 1 1,0 0-1,-1 0 0,1-1 1,-1 1-1,1 0-5,-13-13-69,12 13 70,-11-11-105,-6-5 82,0-1-1,1 0 0,-8-13 23,23 27-8,0 0 0,1 0 0,-1 0 0,1 0 0,0 0 0,0-1 0,0 1 0,1 0 0,-1-1 0,1 1 0,0-1 0,0 1 0,0-1 0,0 1 0,0 0 0,1-1 0,0 1 0,0-1 0,0-1 8,2-4-21,0 1-1,0-1 0,1 1 1,0 0-1,1 1 0,0-1 0,1 0 22,45-94 7,-40 83-14,-10 17 5,-1 0 0,1-1-1,0 1 1,1 0 0,-1 0 0,0 0-1,1 0 1,-1 0 0,1 0-1,0 0 1,-1 0 0,1 1 0,0-1-1,2-1 3,0 3-32,-3 0 0,-1 0-6,0 0-21,0 0 20,0 0 2,0 0-16,0 0-15,0 0-87,10 48 262,0 6-29,1 26-33,-2-23 6,0-3-9,-6-34-34,0 1 0,-1-1 0,0 5-8,-2-25 166,0-8 2,-1 0-222,-1 0 0,0 0-1,0 0 1,-1 0-1,0 0 1,-2-5 54,-9-23-138,5 5 125,3 13-15,1-1 0,1 0 1,0 0-1,2 0 0,-1-12 28,3 30-37,0 1-16,0 0-26,0 24-371,13 156 1101,-14-183-635,0 0 1,1 1-1,-1-1 0,0 0 0,-1 1 0,1-1 1,0 1-1,-1 0 0,1-1 0,-2 0-16,-4-8-87,-19-36-70,6 12 71,2-1 0,-6-18 86,23 48-54,1 5-109,0 1-23,7 18 0,56 108 869,-40-84-2054,7 17 1406,-14-11 9,-1-1 0,0 17-44,-12-54 206,-3-22-139,-6-27-55,5 37-7,-17-47 49,1-1-1,3-1 1,2 0-1,-1-22-53,8 47 15,3 18-126,3 13-468,39 167 809,-39-164-206,9 80 285,-10-87-102,0-1 19,0 0 40,0 0-29,-5-3-273,1 1 0,-1 0-1,1-1 1,0 0 0,0 0 0,0 0-1,1-1 1,-1 1 0,1-1 0,-1 0-1,1 0 1,1 0 0,-1 0-1,0-1 1,-1-3 36,-36 6 980,35-1-993,0-1-1,-1 0 0,1 0 0,1 0 0,-1 0 1,1-1-1,-1 0 0,1 0 0,1 0 1,-1 0-1,0-2 14,-3-4 2,1 0 0,0 0 1,1 0-1,1-1 0,-2-5-2,6 17-13,0 0-1,1 1 0,-1-1 0,0 0 1,0 0-1,1 0 0,-1 0 1,0 0-1,1 0 0,-1 0 0,0 0 1,1 0-1,-1 0 0,0 0 1,1 0-1,-1 0 0,0 0 0,0 0 1,1 0-1,-1 0 0,0 0 1,1 0-1,-1 0 0,0 0 0,1 0 1,-1-1-1,0 1 0,0 0 1,1 0-1,-1 0 0,0 0 0,0-1 1,0 1-1,1 0 0,-1 0 1,0-1-1,0 1 0,0 0 0,1 0 1,-1-1-1,0 1 0,0 0 1,0-1-1,0 1 0,0 0 0,0-1 1,0 1-1,0 0 0,0 0 0,0-1 1,0 1-1,0 0 0,0-1 1,0 1-1,0 0 0,0-1 0,0 1 1,0 0-1,0 0 0,0-1 1,-1 1-1,1 0 14,22 16 65,-22-15-73,22 18 271,-1 2-1,-1 1 1,12 17-263,-33-82 1519,-41-90-1295,60 181-9546,2-12 2767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8:24:0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1 586 1040,'0'0'403,"0"0"1121,0 0-375,0 0-233,0 0 73,0 0-3,0 0-202,0 0-172,0-1-507,0 0 0,-1 0 0,1 0 0,0 0 1,0 0-1,0 0 0,0 0 0,0 0 0,1 0 0,-1 0 0,0 0 0,0 0 0,1 0 0,-1 0 0,0 0 0,1 0 0,-1 0 0,1 0 1,-1 1-106,22-35 1323,-4 6-593,0 0 1,-2-1-1,-2-1 0,4-13-730,14-49 170,12-36-85,-1-17-85,-38 271 159,-9-1 166,-11 38-325,3-38-357,5 40 357,7-139-507,0 2-803,0-8-2552,0-18 1823,0-1-40,0-1-63,0-4 399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8:24:02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1080,'0'0'526,"0"0"-198,0 0-46,0 0-76,0 0-101,0 0-45,-13 29 43,-40 95 53,46-106-55,1 1 0,0 0 1,2 1-1,0 0 0,1-1 0,1 1 1,0 0-1,2 5-101,-2 26 285,0-32-187,1 0 1,0-1 0,2 1-1,0-1 1,2 9-99,-1-20 11,-1-1 0,1 0 0,0 1-1,1-1 1,0 0 0,0-1 0,0 1 0,0 0 0,1-1 0,0 0-1,0 0 1,0 0 0,1 0 0,0-1 0,0 1 0,4 2-11,1 0 7,1-1 0,0 0 0,-1 0 0,2-1 0,-1 0 0,1-1 0,-1-1 0,1 0 0,0 0 0,0-1 0,0-1 0,4 1-7,-8-2 9,1 0 1,-1 0-1,1-1 1,-1 0-1,0-1 0,1 0 1,-1 0-1,0 0 1,0-1-1,0-1 0,-1 1 1,1-1-1,-1 0 1,0-1-1,0 0 0,0 0 1,4-5-10,3-5-46,-1 0 0,0 0 1,-1-2-1,-1 1 1,-1-1-1,0-1 0,-1 0 1,-1 0-1,-1-1 1,-1 0-1,0 0 0,-1-1 1,-1 1-1,-1-1 1,-1 0-1,-1 0 0,-1 0 1,0 0-1,-1 0 1,-3-10 45,3 24-17,-1 0 0,1 1 0,-1-1 1,-1 0-1,1 1 0,-1-1 1,0 1-1,0 0 0,0 0 1,-1 0-1,1 1 0,-1-1 1,-1 1-1,1 0 0,0 0 0,-1 0 1,0 0-1,0 1 0,0 0 1,-5-2 16,2 1-11,-1 1 1,1-1-1,-1 2 1,0-1 0,0 1-1,0 1 1,0-1-1,0 2 1,0-1-1,-1 1 1,1 1 0,0-1-1,-3 2 11,6-1-21,1 1 0,0 0 1,-1 0-1,1 0 0,0 1 0,0-1 0,1 1 1,-1 1-1,1-1 0,-1 0 0,1 1 0,-1 1 21,-4 5-247,-1 0-1,2 0 0,0 1 1,-4 6 247,0 1-654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8:24:03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73 448,'0'0'1076,"0"0"-545,0 0-197,0 0-20,0 0-90,0 0-122,-16 23-28,-50 77 64,62-95-109,1 0 1,0 0 0,1 0-1,-1 0 1,1 0 0,0 0 0,0 1-1,1 0 1,0-1 0,-1 1-1,2-1 1,-1 1 0,1 0-1,0 0 1,0-1 0,1 1-1,0 4-29,1 15 172,-1-14-124,0 0 0,1-1 0,0 1 0,0-1 1,1 0-1,1 0 0,0 0 0,0 0 0,1-1 0,0 1 1,1-1-1,0 0 0,0-1 0,1 1 0,0-1 0,0-1 1,1 1-1,0-1 0,6 3-48,-3-1 6,2 0 0,-1-1 0,1-1 0,0 0 1,0 0-1,1-2 0,0 1 0,0-2 0,1 0 0,-1-1 0,1 0 1,0-1-1,12 0-6,-21-2 2,0 1 0,0-1 0,0 0 0,0-1 1,0 0-1,-1 0 0,1 0 0,0-1 0,0 1 1,-1-1-1,1-1 0,-1 1 0,1-1 0,-1 0 1,0 0-1,0 0 0,0-1 0,-1 0 0,1 0 1,-1 0-1,0 0 0,0-1 0,-1 0 0,1 0 0,-1 0 1,0 0-1,0 0 0,0-2-2,3-5 4,-1 0-1,-1-1 1,0 1 0,0-1-1,-2 0 1,1 0 0,-1-9-4,2-95-258,-4 91 130,-1 16 124,-1 0 0,0 1 0,0 0 0,-1-1 0,-1 1-1,1 0 1,-1 1 0,0-1 0,-1 1 0,0-1 0,-1 1 0,0 1 0,0-1 0,0 1 0,-5-4 4,-3-3 0,0 1 1,0 1 0,-1 0 0,-1 1-1,0 1 1,0 0 0,-8-3-1,20 11-37,0 0-1,0 0 1,0 0 0,-1 1 0,1-1-1,-1 1 1,1 0 0,-1 0 0,1 1-1,-1 0 1,1-1 0,-1 1-1,1 1 1,-1-1 0,1 1 0,-1-1-1,1 1 1,-1 1 0,1-1 0,0 1-1,-1-1 1,1 1 0,0 0-1,0 1 1,0-1 0,1 1 0,-1 0-1,1 0 1,-1 0 0,1 0 0,0 0-1,0 1 1,0 0 0,1-1-1,-1 1 1,1 0 0,0 0 0,-1 3 37,-17 28-751,1-2-343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8:24:04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53 128,'0'0'788,"0"0"-337,0 0-95,0 0-15,0 0 18,0 0-29,-26 14 0,-82 49 44,98-56-279,0 0 1,0 0 0,1 1-1,0 0 1,1 0-1,0 1 1,0 0-1,0 1 1,2 0 0,-1 0-1,-4 11-95,-2 0 170,5-6-97,0-1-1,1 1 1,1 0-1,0 0 0,1 1 1,1 0-1,0 0 1,1 0-1,1 0 0,1 1 1,0-1-1,1 0 0,0 1 1,3 11-73,-1-21 14,1-1 1,-1 1-1,1-1 1,0 0-1,0 0 1,1-1-1,0 1 1,0-1-1,0 1 1,1-1-1,0 0 0,0-1 1,0 1-1,0-1 1,1 0-1,0-1 1,0 1-1,0-1 1,0 0-1,2 0-14,8 4-2,1 0 0,0-2 1,0 0-1,0-1 0,1 0 0,0-2 0,6 0 2,4 0-74,0-1 1,1-1-1,-1-2 0,25-5 74,-41 5-43,-1-1 0,0 0 0,0-1 0,0 0 0,-1-1 0,1 0 0,-1-1 0,0 0-1,-1 0 1,1-1 0,-1 0 0,-1-1 0,4-4 43,1-3-84,-1 0 0,0-1 0,-1-1 0,-1 0 0,0 0 0,-2-1 0,0 0 1,0 0-1,-2-1 0,-1 0 0,0 0 0,-1-1 0,-1 1 0,-1-1 0,-1 0 0,0 0 0,-2 0 0,-2-19 84,1 30 4,0 1 0,-1-1 0,0 1 0,0-1 0,0 1 0,-1 0-1,0 0 1,-1 0 0,0 1 0,0 0 0,-1-1 0,0 2 0,0-1 0,-2-1-4,-1-1 31,-1 1 0,1 0 0,-1 0 1,-1 1-1,1 0 0,-1 1 0,-1 0 0,1 0 1,-1 2-1,0-1-31,4 3 15,0 0 0,-1 0 1,1 1-1,-1 0 0,1 0 0,-1 1 1,1 0-1,-1 0 0,1 1 0,-1 0 1,1 1-1,0 0 0,-1 0 0,1 1 1,0 0-1,0 0 0,1 1 0,-1 0 1,-1 2-16,1-1-107,1 1-1,0 1 1,0-1 0,0 1 0,1 0 0,0 1 0,0 0 0,1 0 0,0 0 0,0 0-1,1 1 1,0 0 0,1-1 0,0 2 0,0-1 0,1 0 0,0 1 107,0 20-934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8:24:06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0 506 2152,'0'0'1229,"0"0"-541,0 0-77,0 0-95,0 0-231,10-36-171,33-120-30,-13 56 0,29-114 96,-62 244 80,2-1 1,1 0 0,2 13-261,0 66 6,-14 337-1803,12-439 1528,0 0-1,0-1 1,1 1-1,0 0 1,0 0-1,0-1 1,1 1-1,0-1 1,2 4 269,3 8-1261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8:24:06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0 264,'0'0'1498,"0"0"-767,0 0-202,0 0-6,-26 26-122,-81 83-162,100-102-207,1 0 0,0 1 0,0 0 1,0 0-1,1 0 0,0 1 0,1 0 0,0 0 0,0 0 0,1 0 1,0 1-1,1-1 0,0 1 0,1 0 0,-1 0 0,2-1 0,0 1 1,0 0-1,0 0 0,3 9-32,-2 22 118,0-33-86,-1 0-1,1 0 0,1 0 0,-1 0 0,1 0 1,1 0-1,0 0 0,0-1 0,0 1 0,1-1 1,0 0-1,0 0 0,1 0-31,4 5 64,0-1-1,1 0 0,0 0 1,1-1-1,0-1 1,1 0-1,3 2-63,7 3 43,1-1 0,0 0 0,1-2 0,1-1 0,-1-1 0,2-1 0,-1-1 0,3-1-43,-2 0-31,1-2-1,-1-2 1,1 0 0,0-2 0,0 0 0,-1-2-1,1-1 32,-19 2-27,0-1 0,0 0 0,0-1 0,0 0 0,-1 0 1,1 0-1,-1-1 0,0 0 0,0 0 0,0-1 0,1-1 27,-4 1-13,0 1 0,0 0 0,0-1 0,0 0-1,-1 0 1,0 0 0,0 0 0,0-1 0,-1 1 0,1-1 0,-1 0 0,-1 0 0,1 1 0,-1-1 0,0 0 0,0-3 13,0-5-48,-1 0 1,0 0-1,-1 0 0,-1 0 1,0 0-1,-1 0 0,0 0 1,-1 1-1,-1-1 0,0 1 1,-1 0-1,0 1 1,-1-1-1,0 1 0,-1 1 1,-6-8 47,-11-10-408,0 0 1,-2 2 0,-2 1 0,0 1 0,-19-11 407,8 9-967,6 8-644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8:24:07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 1832,'0'0'718,"0"0"-38,0 0-15,-30 20-136,-96 69-209,120-84-287,-1 0 0,1 0 1,1 0-1,-1 0 0,1 1 1,-1 0-1,2 1 0,-1-1 1,1 1-1,0-1 0,-1 4-33,3-4 49,0 1 0,0-1 0,1 1 0,0 0 0,1-1 0,-1 1 0,1 0 0,1 5-49,-1 3 71,0-11-50,0 0 0,1 1-1,-1-1 1,1 0 0,0 1-1,1-1 1,-1 0 0,1 0-1,-1 0 1,1 0 0,0 0-1,1 0 1,-1 0 0,1-1-1,0 1 1,-1-1 0,1 0-1,1 0 1,-1 0 0,0 0 0,1 0-1,0-1 1,-1 0 0,1 1-1,0-2 1,0 1 0,0 0-1,1-1 1,-1 1 0,0-1-1,1 0-20,18 4 40,0-2-1,-1 0 0,1-1 1,0-1-1,9-1-39,-24 0 9,-1 0-17,0-1 0,1 0 0,-1 0 0,0 0 0,1-1 0,-1 0 0,0 0 0,0-1 0,0 0 0,-1 0 0,1-1 0,-1 0 0,0 0 0,0 0 0,0-1 0,0 0 0,-1 0 0,0 0 0,0-1 0,0 0 0,-1 0 0,0 0 0,0 0 0,0-1 0,-1 0 0,0 1 0,0-1 0,-1 0 0,0 0 0,0-1 0,0 1 0,-1 0 0,0-1 0,-1 1 0,0-6 8,0-114-3834,0 89 1984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8:24:07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1992,'0'0'1289,"0"0"-785,0 0 112,0 0-224,0 0-272,194 15-120,-148-12 0,-7-1-232,0-2-440,-13 0-728,-7 0 159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8:24:18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2 80,'0'0'372,"0"0"524,0 0-150,0 0-183,0 0-57,0 0-393,1 0 0,-1-1 0,0 1 0,1 0-1,-1 0 1,0 0 0,1 0 0,-1 0 0,1 0-1,-1 0 1,0-1 0,1 1 0,-1 0 0,1 0-1,-1 0 1,0 1 0,1-1 0,-1 0 0,0 0-1,1 0 1,-1 0 0,1 0 0,-1 0 0,0 1-1,1-1 1,-1 0 0,0 0 0,1 0 0,-1 1-1,0-1 1,1 0 0,-1 1 0,0-1 0,0 0-1,1 0 1,-1 1-113,-4 44 315,-2 0 0,-2-1 0,-1 1 0,-3-2-1,-7 15-314,-7 35 219,-266 1114 1510,228-842-1663,30-155-188,22-167-45,9-35-204,0 1 0,1-1-1,0 0 1,1 1-1,0-1 1,0 3 371,1-10-1460,0-13-2030,0-14 2051,0-3-259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1T08:24:19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2072,'0'0'939,"0"0"-428,0 0 45,0 0-2,0 0-158,0 0-119,0 31-11,0 184 396,-2-84-164,5 159 417,1-253-877,1 0-1,2-1 1,7 19-38,-7-26 11,-6-26-8,0-1 1,0 0 0,0 0 0,0 0-1,0 0 1,0 0 0,1 0-1,-1 0 1,1 0 0,-1-1 0,1 1-1,0 0 1,-1-1 0,1 1-1,0-1 1,0 0 0,0 0 0,0 0-1,0 0 1,1 0 0,-1 0-1,0 0 1,0-1 0,1 1 0,-1-1-1,0 1 1,1-1 0,-1 0-1,0 0 1,1 0 0,-1 0 0,0-1-1,1 1 1,1-1-4,5-1 141,1 1 0,-1-2 0,0 1 0,0-1 0,0-1-1,-1 0 1,1 0 0,2-2-141,21-16 399,0-2 0,-2-1 0,0-1 0,-2-1 0,6-10-399,36-45 474,16-30-474,-60 76-999,-2-2 1,17-36 998,-28 48-1451,-1 0 1,-2-1-1,-1-1 1,5-24 1450,-6 11-2949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0F8BA-D2F7-494F-9F31-C3F0AFE86034}" type="datetimeFigureOut">
              <a:rPr lang="sl-SI" smtClean="0"/>
              <a:t>7. 05. 2026</a:t>
            </a:fld>
            <a:endParaRPr lang="sl-S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A95FA-1750-43FF-AF52-48BDF0A2259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51094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5E02-BF26-4257-8561-D68DC211D667}" type="datetimeFigureOut">
              <a:rPr lang="sl-SI" smtClean="0"/>
              <a:t>7. 05. 2026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1AD9E-8888-4C71-A8EA-8A3B5F6C32E7}" type="slidenum">
              <a:rPr lang="sl-SI" smtClean="0"/>
              <a:t>‹#›</a:t>
            </a:fld>
            <a:endParaRPr lang="sl-SI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5E02-BF26-4257-8561-D68DC211D667}" type="datetimeFigureOut">
              <a:rPr lang="sl-SI" smtClean="0"/>
              <a:t>7. 05. 2026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1AD9E-8888-4C71-A8EA-8A3B5F6C32E7}" type="slidenum">
              <a:rPr lang="sl-SI" smtClean="0"/>
              <a:t>‹#›</a:t>
            </a:fld>
            <a:endParaRPr lang="sl-SI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5E02-BF26-4257-8561-D68DC211D667}" type="datetimeFigureOut">
              <a:rPr lang="sl-SI" smtClean="0"/>
              <a:t>7. 05. 2026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1AD9E-8888-4C71-A8EA-8A3B5F6C32E7}" type="slidenum">
              <a:rPr lang="sl-SI" smtClean="0"/>
              <a:t>‹#›</a:t>
            </a:fld>
            <a:endParaRPr lang="sl-SI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5E02-BF26-4257-8561-D68DC211D667}" type="datetimeFigureOut">
              <a:rPr lang="sl-SI" smtClean="0"/>
              <a:t>7. 05. 2026</a:t>
            </a:fld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1AD9E-8888-4C71-A8EA-8A3B5F6C32E7}" type="slidenum">
              <a:rPr lang="sl-SI" smtClean="0"/>
              <a:t>‹#›</a:t>
            </a:fld>
            <a:endParaRPr lang="sl-SI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5E02-BF26-4257-8561-D68DC211D667}" type="datetimeFigureOut">
              <a:rPr lang="sl-SI" smtClean="0"/>
              <a:t>7. 05. 2026</a:t>
            </a:fld>
            <a:endParaRPr lang="sl-S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1AD9E-8888-4C71-A8EA-8A3B5F6C32E7}" type="slidenum">
              <a:rPr lang="sl-SI" smtClean="0"/>
              <a:t>‹#›</a:t>
            </a:fld>
            <a:endParaRPr lang="sl-SI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5E02-BF26-4257-8561-D68DC211D667}" type="datetimeFigureOut">
              <a:rPr lang="sl-SI" smtClean="0"/>
              <a:t>7. 05. 2026</a:t>
            </a:fld>
            <a:endParaRPr lang="sl-S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1AD9E-8888-4C71-A8EA-8A3B5F6C32E7}" type="slidenum">
              <a:rPr lang="sl-SI" smtClean="0"/>
              <a:t>‹#›</a:t>
            </a:fld>
            <a:endParaRPr lang="sl-SI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5E02-BF26-4257-8561-D68DC211D667}" type="datetimeFigureOut">
              <a:rPr lang="sl-SI" smtClean="0"/>
              <a:t>7. 05. 2026</a:t>
            </a:fld>
            <a:endParaRPr lang="sl-S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1AD9E-8888-4C71-A8EA-8A3B5F6C32E7}" type="slidenum">
              <a:rPr lang="sl-SI" smtClean="0"/>
              <a:t>‹#›</a:t>
            </a:fld>
            <a:endParaRPr lang="sl-SI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5E02-BF26-4257-8561-D68DC211D667}" type="datetimeFigureOut">
              <a:rPr lang="sl-SI" smtClean="0"/>
              <a:t>7. 05. 2026</a:t>
            </a:fld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1AD9E-8888-4C71-A8EA-8A3B5F6C32E7}" type="slidenum">
              <a:rPr lang="sl-SI" smtClean="0"/>
              <a:t>‹#›</a:t>
            </a:fld>
            <a:endParaRPr lang="sl-SI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5E02-BF26-4257-8561-D68DC211D667}" type="datetimeFigureOut">
              <a:rPr lang="sl-SI" smtClean="0"/>
              <a:t>7. 05. 2026</a:t>
            </a:fld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1AD9E-8888-4C71-A8EA-8A3B5F6C32E7}" type="slidenum">
              <a:rPr lang="sl-SI" smtClean="0"/>
              <a:t>‹#›</a:t>
            </a:fld>
            <a:endParaRPr lang="sl-SI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5E02-BF26-4257-8561-D68DC211D667}" type="datetimeFigureOut">
              <a:rPr lang="sl-SI" smtClean="0"/>
              <a:t>7. 05. 2026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1AD9E-8888-4C71-A8EA-8A3B5F6C32E7}" type="slidenum">
              <a:rPr lang="sl-SI" smtClean="0"/>
              <a:t>‹#›</a:t>
            </a:fld>
            <a:endParaRPr lang="sl-SI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5E02-BF26-4257-8561-D68DC211D667}" type="datetimeFigureOut">
              <a:rPr lang="sl-SI" smtClean="0"/>
              <a:t>7. 05. 2026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1AD9E-8888-4C71-A8EA-8A3B5F6C32E7}" type="slidenum">
              <a:rPr lang="sl-SI" smtClean="0"/>
              <a:t>‹#›</a:t>
            </a:fld>
            <a:endParaRPr lang="sl-SI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42605E02-BF26-4257-8561-D68DC211D667}" type="datetimeFigureOut">
              <a:rPr lang="sl-SI" smtClean="0"/>
              <a:t>7. 05. 2026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F321AD9E-8888-4C71-A8EA-8A3B5F6C32E7}" type="slidenum">
              <a:rPr lang="sl-SI" smtClean="0"/>
              <a:t>‹#›</a:t>
            </a:fld>
            <a:endParaRPr lang="sl-SI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52.png"/><Relationship Id="rId18" Type="http://schemas.openxmlformats.org/officeDocument/2006/relationships/customXml" Target="../ink/ink8.xml"/><Relationship Id="rId3" Type="http://schemas.openxmlformats.org/officeDocument/2006/relationships/image" Target="../media/image150.png"/><Relationship Id="rId7" Type="http://schemas.openxmlformats.org/officeDocument/2006/relationships/image" Target="../media/image49.png"/><Relationship Id="rId12" Type="http://schemas.openxmlformats.org/officeDocument/2006/relationships/customXml" Target="../ink/ink5.xml"/><Relationship Id="rId17" Type="http://schemas.openxmlformats.org/officeDocument/2006/relationships/image" Target="../media/image54.png"/><Relationship Id="rId2" Type="http://schemas.openxmlformats.org/officeDocument/2006/relationships/image" Target="../media/image10.gif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51.png"/><Relationship Id="rId5" Type="http://schemas.openxmlformats.org/officeDocument/2006/relationships/image" Target="../media/image48.png"/><Relationship Id="rId15" Type="http://schemas.openxmlformats.org/officeDocument/2006/relationships/image" Target="../media/image53.png"/><Relationship Id="rId10" Type="http://schemas.openxmlformats.org/officeDocument/2006/relationships/customXml" Target="../ink/ink4.xml"/><Relationship Id="rId19" Type="http://schemas.openxmlformats.org/officeDocument/2006/relationships/image" Target="../media/image55.png"/><Relationship Id="rId4" Type="http://schemas.openxmlformats.org/officeDocument/2006/relationships/customXml" Target="../ink/ink1.xml"/><Relationship Id="rId9" Type="http://schemas.openxmlformats.org/officeDocument/2006/relationships/image" Target="../media/image50.png"/><Relationship Id="rId14" Type="http://schemas.openxmlformats.org/officeDocument/2006/relationships/customXml" Target="../ink/ink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4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6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gif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12" Type="http://schemas.openxmlformats.org/officeDocument/2006/relationships/image" Target="../media/image24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11" Type="http://schemas.openxmlformats.org/officeDocument/2006/relationships/oleObject" Target="../embeddings/oleObject10.bin"/><Relationship Id="rId5" Type="http://schemas.openxmlformats.org/officeDocument/2006/relationships/image" Target="../media/image20.wmf"/><Relationship Id="rId10" Type="http://schemas.openxmlformats.org/officeDocument/2006/relationships/image" Target="../media/image23.wmf"/><Relationship Id="rId4" Type="http://schemas.openxmlformats.org/officeDocument/2006/relationships/oleObject" Target="../embeddings/oleObject7.bin"/><Relationship Id="rId9" Type="http://schemas.openxmlformats.org/officeDocument/2006/relationships/oleObject" Target="../embeddings/oleObject9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.png"/><Relationship Id="rId18" Type="http://schemas.openxmlformats.org/officeDocument/2006/relationships/customXml" Target="../ink/ink16.xml"/><Relationship Id="rId26" Type="http://schemas.openxmlformats.org/officeDocument/2006/relationships/customXml" Target="../ink/ink20.xml"/><Relationship Id="rId39" Type="http://schemas.openxmlformats.org/officeDocument/2006/relationships/image" Target="../media/image89.png"/><Relationship Id="rId21" Type="http://schemas.openxmlformats.org/officeDocument/2006/relationships/image" Target="../media/image80.png"/><Relationship Id="rId34" Type="http://schemas.openxmlformats.org/officeDocument/2006/relationships/customXml" Target="../ink/ink24.xml"/><Relationship Id="rId42" Type="http://schemas.openxmlformats.org/officeDocument/2006/relationships/customXml" Target="../ink/ink28.xml"/><Relationship Id="rId47" Type="http://schemas.openxmlformats.org/officeDocument/2006/relationships/image" Target="../media/image93.png"/><Relationship Id="rId50" Type="http://schemas.openxmlformats.org/officeDocument/2006/relationships/customXml" Target="../ink/ink32.xml"/><Relationship Id="rId7" Type="http://schemas.openxmlformats.org/officeDocument/2006/relationships/image" Target="../media/image73.png"/><Relationship Id="rId2" Type="http://schemas.openxmlformats.org/officeDocument/2006/relationships/image" Target="../media/image180.png"/><Relationship Id="rId16" Type="http://schemas.openxmlformats.org/officeDocument/2006/relationships/customXml" Target="../ink/ink15.xml"/><Relationship Id="rId29" Type="http://schemas.openxmlformats.org/officeDocument/2006/relationships/image" Target="../media/image84.png"/><Relationship Id="rId11" Type="http://schemas.openxmlformats.org/officeDocument/2006/relationships/image" Target="../media/image75.png"/><Relationship Id="rId24" Type="http://schemas.openxmlformats.org/officeDocument/2006/relationships/customXml" Target="../ink/ink19.xml"/><Relationship Id="rId32" Type="http://schemas.openxmlformats.org/officeDocument/2006/relationships/customXml" Target="../ink/ink23.xml"/><Relationship Id="rId37" Type="http://schemas.openxmlformats.org/officeDocument/2006/relationships/image" Target="../media/image88.png"/><Relationship Id="rId40" Type="http://schemas.openxmlformats.org/officeDocument/2006/relationships/customXml" Target="../ink/ink27.xml"/><Relationship Id="rId45" Type="http://schemas.openxmlformats.org/officeDocument/2006/relationships/image" Target="../media/image92.png"/><Relationship Id="rId5" Type="http://schemas.openxmlformats.org/officeDocument/2006/relationships/image" Target="../media/image72.png"/><Relationship Id="rId15" Type="http://schemas.openxmlformats.org/officeDocument/2006/relationships/image" Target="../media/image77.png"/><Relationship Id="rId23" Type="http://schemas.openxmlformats.org/officeDocument/2006/relationships/image" Target="../media/image81.png"/><Relationship Id="rId28" Type="http://schemas.openxmlformats.org/officeDocument/2006/relationships/customXml" Target="../ink/ink21.xml"/><Relationship Id="rId36" Type="http://schemas.openxmlformats.org/officeDocument/2006/relationships/customXml" Target="../ink/ink25.xml"/><Relationship Id="rId49" Type="http://schemas.openxmlformats.org/officeDocument/2006/relationships/image" Target="../media/image94.png"/><Relationship Id="rId10" Type="http://schemas.openxmlformats.org/officeDocument/2006/relationships/customXml" Target="../ink/ink12.xml"/><Relationship Id="rId19" Type="http://schemas.openxmlformats.org/officeDocument/2006/relationships/image" Target="../media/image79.png"/><Relationship Id="rId31" Type="http://schemas.openxmlformats.org/officeDocument/2006/relationships/image" Target="../media/image85.png"/><Relationship Id="rId44" Type="http://schemas.openxmlformats.org/officeDocument/2006/relationships/customXml" Target="../ink/ink29.xml"/><Relationship Id="rId4" Type="http://schemas.openxmlformats.org/officeDocument/2006/relationships/customXml" Target="../ink/ink9.xml"/><Relationship Id="rId9" Type="http://schemas.openxmlformats.org/officeDocument/2006/relationships/image" Target="../media/image74.png"/><Relationship Id="rId14" Type="http://schemas.openxmlformats.org/officeDocument/2006/relationships/customXml" Target="../ink/ink14.xml"/><Relationship Id="rId22" Type="http://schemas.openxmlformats.org/officeDocument/2006/relationships/customXml" Target="../ink/ink18.xml"/><Relationship Id="rId27" Type="http://schemas.openxmlformats.org/officeDocument/2006/relationships/image" Target="../media/image83.png"/><Relationship Id="rId30" Type="http://schemas.openxmlformats.org/officeDocument/2006/relationships/customXml" Target="../ink/ink22.xml"/><Relationship Id="rId35" Type="http://schemas.openxmlformats.org/officeDocument/2006/relationships/image" Target="../media/image87.png"/><Relationship Id="rId43" Type="http://schemas.openxmlformats.org/officeDocument/2006/relationships/image" Target="../media/image91.png"/><Relationship Id="rId48" Type="http://schemas.openxmlformats.org/officeDocument/2006/relationships/customXml" Target="../ink/ink31.xml"/><Relationship Id="rId8" Type="http://schemas.openxmlformats.org/officeDocument/2006/relationships/customXml" Target="../ink/ink11.xml"/><Relationship Id="rId51" Type="http://schemas.openxmlformats.org/officeDocument/2006/relationships/image" Target="../media/image95.png"/><Relationship Id="rId3" Type="http://schemas.openxmlformats.org/officeDocument/2006/relationships/image" Target="../media/image26.png"/><Relationship Id="rId12" Type="http://schemas.openxmlformats.org/officeDocument/2006/relationships/customXml" Target="../ink/ink13.xml"/><Relationship Id="rId17" Type="http://schemas.openxmlformats.org/officeDocument/2006/relationships/image" Target="../media/image78.png"/><Relationship Id="rId25" Type="http://schemas.openxmlformats.org/officeDocument/2006/relationships/image" Target="../media/image82.png"/><Relationship Id="rId33" Type="http://schemas.openxmlformats.org/officeDocument/2006/relationships/image" Target="../media/image86.png"/><Relationship Id="rId38" Type="http://schemas.openxmlformats.org/officeDocument/2006/relationships/customXml" Target="../ink/ink26.xml"/><Relationship Id="rId46" Type="http://schemas.openxmlformats.org/officeDocument/2006/relationships/customXml" Target="../ink/ink30.xml"/><Relationship Id="rId20" Type="http://schemas.openxmlformats.org/officeDocument/2006/relationships/customXml" Target="../ink/ink17.xml"/><Relationship Id="rId41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gif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2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39.wmf"/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20.bin"/><Relationship Id="rId25" Type="http://schemas.openxmlformats.org/officeDocument/2006/relationships/image" Target="../media/image109.png"/><Relationship Id="rId2" Type="http://schemas.openxmlformats.org/officeDocument/2006/relationships/oleObject" Target="../embeddings/oleObject13.bin"/><Relationship Id="rId16" Type="http://schemas.openxmlformats.org/officeDocument/2006/relationships/image" Target="../media/image38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11" Type="http://schemas.openxmlformats.org/officeDocument/2006/relationships/oleObject" Target="../embeddings/oleObject17.bin"/><Relationship Id="rId5" Type="http://schemas.openxmlformats.org/officeDocument/2006/relationships/image" Target="../media/image32.wmf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35.wmf"/><Relationship Id="rId19" Type="http://schemas.openxmlformats.org/officeDocument/2006/relationships/customXml" Target="../ink/ink33.xml"/><Relationship Id="rId4" Type="http://schemas.openxmlformats.org/officeDocument/2006/relationships/oleObject" Target="../embeddings/oleObject14.bin"/><Relationship Id="rId9" Type="http://schemas.openxmlformats.org/officeDocument/2006/relationships/image" Target="../media/image34.wmf"/><Relationship Id="rId14" Type="http://schemas.openxmlformats.org/officeDocument/2006/relationships/image" Target="../media/image37.wmf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6.png"/><Relationship Id="rId18" Type="http://schemas.openxmlformats.org/officeDocument/2006/relationships/customXml" Target="../ink/ink41.xml"/><Relationship Id="rId26" Type="http://schemas.openxmlformats.org/officeDocument/2006/relationships/customXml" Target="../ink/ink45.xml"/><Relationship Id="rId39" Type="http://schemas.openxmlformats.org/officeDocument/2006/relationships/customXml" Target="../ink/ink52.xml"/><Relationship Id="rId21" Type="http://schemas.openxmlformats.org/officeDocument/2006/relationships/image" Target="../media/image122.png"/><Relationship Id="rId34" Type="http://schemas.openxmlformats.org/officeDocument/2006/relationships/customXml" Target="../ink/ink49.xml"/><Relationship Id="rId42" Type="http://schemas.openxmlformats.org/officeDocument/2006/relationships/image" Target="../media/image133.png"/><Relationship Id="rId47" Type="http://schemas.openxmlformats.org/officeDocument/2006/relationships/customXml" Target="../ink/ink56.xml"/><Relationship Id="rId7" Type="http://schemas.openxmlformats.org/officeDocument/2006/relationships/image" Target="../media/image113.png"/><Relationship Id="rId2" Type="http://schemas.openxmlformats.org/officeDocument/2006/relationships/image" Target="../media/image25.png"/><Relationship Id="rId16" Type="http://schemas.openxmlformats.org/officeDocument/2006/relationships/customXml" Target="../ink/ink40.xml"/><Relationship Id="rId29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.xml"/><Relationship Id="rId11" Type="http://schemas.openxmlformats.org/officeDocument/2006/relationships/image" Target="../media/image115.png"/><Relationship Id="rId24" Type="http://schemas.openxmlformats.org/officeDocument/2006/relationships/customXml" Target="../ink/ink44.xml"/><Relationship Id="rId32" Type="http://schemas.openxmlformats.org/officeDocument/2006/relationships/customXml" Target="../ink/ink48.xml"/><Relationship Id="rId37" Type="http://schemas.openxmlformats.org/officeDocument/2006/relationships/image" Target="../media/image131.png"/><Relationship Id="rId40" Type="http://schemas.openxmlformats.org/officeDocument/2006/relationships/image" Target="../media/image132.png"/><Relationship Id="rId45" Type="http://schemas.openxmlformats.org/officeDocument/2006/relationships/customXml" Target="../ink/ink55.xml"/><Relationship Id="rId5" Type="http://schemas.openxmlformats.org/officeDocument/2006/relationships/image" Target="../media/image112.png"/><Relationship Id="rId15" Type="http://schemas.openxmlformats.org/officeDocument/2006/relationships/image" Target="../media/image117.png"/><Relationship Id="rId23" Type="http://schemas.openxmlformats.org/officeDocument/2006/relationships/image" Target="../media/image123.png"/><Relationship Id="rId28" Type="http://schemas.openxmlformats.org/officeDocument/2006/relationships/customXml" Target="../ink/ink46.xml"/><Relationship Id="rId36" Type="http://schemas.openxmlformats.org/officeDocument/2006/relationships/customXml" Target="../ink/ink50.xml"/><Relationship Id="rId10" Type="http://schemas.openxmlformats.org/officeDocument/2006/relationships/customXml" Target="../ink/ink37.xml"/><Relationship Id="rId19" Type="http://schemas.openxmlformats.org/officeDocument/2006/relationships/image" Target="../media/image119.png"/><Relationship Id="rId31" Type="http://schemas.openxmlformats.org/officeDocument/2006/relationships/image" Target="../media/image127.png"/><Relationship Id="rId44" Type="http://schemas.openxmlformats.org/officeDocument/2006/relationships/image" Target="../media/image134.png"/><Relationship Id="rId4" Type="http://schemas.openxmlformats.org/officeDocument/2006/relationships/customXml" Target="../ink/ink34.xml"/><Relationship Id="rId9" Type="http://schemas.openxmlformats.org/officeDocument/2006/relationships/image" Target="../media/image114.png"/><Relationship Id="rId14" Type="http://schemas.openxmlformats.org/officeDocument/2006/relationships/customXml" Target="../ink/ink39.xml"/><Relationship Id="rId22" Type="http://schemas.openxmlformats.org/officeDocument/2006/relationships/customXml" Target="../ink/ink43.xml"/><Relationship Id="rId27" Type="http://schemas.openxmlformats.org/officeDocument/2006/relationships/image" Target="../media/image125.png"/><Relationship Id="rId30" Type="http://schemas.openxmlformats.org/officeDocument/2006/relationships/customXml" Target="../ink/ink47.xml"/><Relationship Id="rId35" Type="http://schemas.openxmlformats.org/officeDocument/2006/relationships/image" Target="../media/image129.png"/><Relationship Id="rId43" Type="http://schemas.openxmlformats.org/officeDocument/2006/relationships/customXml" Target="../ink/ink54.xml"/><Relationship Id="rId48" Type="http://schemas.openxmlformats.org/officeDocument/2006/relationships/image" Target="../media/image136.png"/><Relationship Id="rId8" Type="http://schemas.openxmlformats.org/officeDocument/2006/relationships/customXml" Target="../ink/ink36.xml"/><Relationship Id="rId3" Type="http://schemas.openxmlformats.org/officeDocument/2006/relationships/image" Target="../media/image27.png"/><Relationship Id="rId12" Type="http://schemas.openxmlformats.org/officeDocument/2006/relationships/customXml" Target="../ink/ink38.xml"/><Relationship Id="rId17" Type="http://schemas.openxmlformats.org/officeDocument/2006/relationships/image" Target="../media/image118.png"/><Relationship Id="rId25" Type="http://schemas.openxmlformats.org/officeDocument/2006/relationships/image" Target="../media/image124.png"/><Relationship Id="rId33" Type="http://schemas.openxmlformats.org/officeDocument/2006/relationships/image" Target="../media/image128.png"/><Relationship Id="rId38" Type="http://schemas.openxmlformats.org/officeDocument/2006/relationships/customXml" Target="../ink/ink51.xml"/><Relationship Id="rId46" Type="http://schemas.openxmlformats.org/officeDocument/2006/relationships/image" Target="../media/image135.png"/><Relationship Id="rId20" Type="http://schemas.openxmlformats.org/officeDocument/2006/relationships/customXml" Target="../ink/ink42.xml"/><Relationship Id="rId41" Type="http://schemas.openxmlformats.org/officeDocument/2006/relationships/customXml" Target="../ink/ink53.xml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3.png"/><Relationship Id="rId18" Type="http://schemas.openxmlformats.org/officeDocument/2006/relationships/customXml" Target="../ink/ink64.xml"/><Relationship Id="rId26" Type="http://schemas.openxmlformats.org/officeDocument/2006/relationships/customXml" Target="../ink/ink68.xml"/><Relationship Id="rId3" Type="http://schemas.openxmlformats.org/officeDocument/2006/relationships/image" Target="../media/image25.png"/><Relationship Id="rId21" Type="http://schemas.openxmlformats.org/officeDocument/2006/relationships/image" Target="../media/image147.png"/><Relationship Id="rId7" Type="http://schemas.openxmlformats.org/officeDocument/2006/relationships/image" Target="../media/image139.png"/><Relationship Id="rId12" Type="http://schemas.openxmlformats.org/officeDocument/2006/relationships/customXml" Target="../ink/ink61.xml"/><Relationship Id="rId17" Type="http://schemas.openxmlformats.org/officeDocument/2006/relationships/image" Target="../media/image145.png"/><Relationship Id="rId25" Type="http://schemas.openxmlformats.org/officeDocument/2006/relationships/image" Target="../media/image149.png"/><Relationship Id="rId33" Type="http://schemas.openxmlformats.org/officeDocument/2006/relationships/image" Target="../media/image154.png"/><Relationship Id="rId2" Type="http://schemas.openxmlformats.org/officeDocument/2006/relationships/image" Target="../media/image40.png"/><Relationship Id="rId16" Type="http://schemas.openxmlformats.org/officeDocument/2006/relationships/customXml" Target="../ink/ink63.xml"/><Relationship Id="rId20" Type="http://schemas.openxmlformats.org/officeDocument/2006/relationships/customXml" Target="../ink/ink65.xml"/><Relationship Id="rId29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8.xml"/><Relationship Id="rId11" Type="http://schemas.openxmlformats.org/officeDocument/2006/relationships/image" Target="../media/image142.png"/><Relationship Id="rId24" Type="http://schemas.openxmlformats.org/officeDocument/2006/relationships/customXml" Target="../ink/ink67.xml"/><Relationship Id="rId32" Type="http://schemas.openxmlformats.org/officeDocument/2006/relationships/customXml" Target="../ink/ink71.xml"/><Relationship Id="rId5" Type="http://schemas.openxmlformats.org/officeDocument/2006/relationships/image" Target="../media/image138.png"/><Relationship Id="rId15" Type="http://schemas.openxmlformats.org/officeDocument/2006/relationships/image" Target="../media/image144.png"/><Relationship Id="rId23" Type="http://schemas.openxmlformats.org/officeDocument/2006/relationships/image" Target="../media/image148.png"/><Relationship Id="rId28" Type="http://schemas.openxmlformats.org/officeDocument/2006/relationships/customXml" Target="../ink/ink69.xml"/><Relationship Id="rId10" Type="http://schemas.openxmlformats.org/officeDocument/2006/relationships/customXml" Target="../ink/ink60.xml"/><Relationship Id="rId19" Type="http://schemas.openxmlformats.org/officeDocument/2006/relationships/image" Target="../media/image146.png"/><Relationship Id="rId31" Type="http://schemas.openxmlformats.org/officeDocument/2006/relationships/image" Target="../media/image153.png"/><Relationship Id="rId4" Type="http://schemas.openxmlformats.org/officeDocument/2006/relationships/customXml" Target="../ink/ink57.xml"/><Relationship Id="rId9" Type="http://schemas.openxmlformats.org/officeDocument/2006/relationships/image" Target="../media/image141.png"/><Relationship Id="rId14" Type="http://schemas.openxmlformats.org/officeDocument/2006/relationships/customXml" Target="../ink/ink62.xml"/><Relationship Id="rId22" Type="http://schemas.openxmlformats.org/officeDocument/2006/relationships/customXml" Target="../ink/ink66.xml"/><Relationship Id="rId27" Type="http://schemas.openxmlformats.org/officeDocument/2006/relationships/image" Target="../media/image151.png"/><Relationship Id="rId30" Type="http://schemas.openxmlformats.org/officeDocument/2006/relationships/customXml" Target="../ink/ink70.xml"/><Relationship Id="rId8" Type="http://schemas.openxmlformats.org/officeDocument/2006/relationships/customXml" Target="../ink/ink59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customXml" Target="../ink/ink77.xml"/><Relationship Id="rId18" Type="http://schemas.openxmlformats.org/officeDocument/2006/relationships/image" Target="../media/image163.png"/><Relationship Id="rId26" Type="http://schemas.openxmlformats.org/officeDocument/2006/relationships/image" Target="../media/image167.png"/><Relationship Id="rId3" Type="http://schemas.openxmlformats.org/officeDocument/2006/relationships/customXml" Target="../ink/ink72.xml"/><Relationship Id="rId21" Type="http://schemas.openxmlformats.org/officeDocument/2006/relationships/customXml" Target="../ink/ink81.xml"/><Relationship Id="rId7" Type="http://schemas.openxmlformats.org/officeDocument/2006/relationships/customXml" Target="../ink/ink74.xml"/><Relationship Id="rId12" Type="http://schemas.openxmlformats.org/officeDocument/2006/relationships/image" Target="../media/image160.png"/><Relationship Id="rId17" Type="http://schemas.openxmlformats.org/officeDocument/2006/relationships/customXml" Target="../ink/ink79.xml"/><Relationship Id="rId25" Type="http://schemas.openxmlformats.org/officeDocument/2006/relationships/customXml" Target="../ink/ink83.xml"/><Relationship Id="rId2" Type="http://schemas.openxmlformats.org/officeDocument/2006/relationships/image" Target="../media/image41.png"/><Relationship Id="rId16" Type="http://schemas.openxmlformats.org/officeDocument/2006/relationships/image" Target="../media/image162.png"/><Relationship Id="rId20" Type="http://schemas.openxmlformats.org/officeDocument/2006/relationships/image" Target="../media/image164.png"/><Relationship Id="rId29" Type="http://schemas.openxmlformats.org/officeDocument/2006/relationships/customXml" Target="../ink/ink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11" Type="http://schemas.openxmlformats.org/officeDocument/2006/relationships/customXml" Target="../ink/ink76.xml"/><Relationship Id="rId24" Type="http://schemas.openxmlformats.org/officeDocument/2006/relationships/image" Target="../media/image166.png"/><Relationship Id="rId5" Type="http://schemas.openxmlformats.org/officeDocument/2006/relationships/customXml" Target="../ink/ink73.xml"/><Relationship Id="rId15" Type="http://schemas.openxmlformats.org/officeDocument/2006/relationships/customXml" Target="../ink/ink78.xml"/><Relationship Id="rId23" Type="http://schemas.openxmlformats.org/officeDocument/2006/relationships/customXml" Target="../ink/ink82.xml"/><Relationship Id="rId28" Type="http://schemas.openxmlformats.org/officeDocument/2006/relationships/image" Target="../media/image168.png"/><Relationship Id="rId10" Type="http://schemas.openxmlformats.org/officeDocument/2006/relationships/image" Target="../media/image159.png"/><Relationship Id="rId19" Type="http://schemas.openxmlformats.org/officeDocument/2006/relationships/customXml" Target="../ink/ink80.xml"/><Relationship Id="rId4" Type="http://schemas.openxmlformats.org/officeDocument/2006/relationships/image" Target="../media/image156.png"/><Relationship Id="rId9" Type="http://schemas.openxmlformats.org/officeDocument/2006/relationships/customXml" Target="../ink/ink75.xml"/><Relationship Id="rId14" Type="http://schemas.openxmlformats.org/officeDocument/2006/relationships/image" Target="../media/image161.png"/><Relationship Id="rId22" Type="http://schemas.openxmlformats.org/officeDocument/2006/relationships/image" Target="../media/image165.png"/><Relationship Id="rId27" Type="http://schemas.openxmlformats.org/officeDocument/2006/relationships/customXml" Target="../ink/ink84.xml"/><Relationship Id="rId30" Type="http://schemas.openxmlformats.org/officeDocument/2006/relationships/image" Target="../media/image16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41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3296" y="2781190"/>
            <a:ext cx="7592992" cy="855783"/>
          </a:xfrm>
        </p:spPr>
        <p:txBody>
          <a:bodyPr>
            <a:noAutofit/>
          </a:bodyPr>
          <a:lstStyle/>
          <a:p>
            <a:pPr algn="ctr"/>
            <a:r>
              <a:rPr lang="sl-SI" sz="5400" dirty="0">
                <a:solidFill>
                  <a:schemeClr val="tx1"/>
                </a:solidFill>
                <a:cs typeface="Times New Roman" pitchFamily="18" charset="0"/>
              </a:rPr>
              <a:t>METODA MONTE CARLO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321" y="842775"/>
            <a:ext cx="2303359" cy="149422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3" t="7764" r="5274" b="13249"/>
          <a:stretch/>
        </p:blipFill>
        <p:spPr>
          <a:xfrm>
            <a:off x="5983478" y="762849"/>
            <a:ext cx="2304000" cy="15741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117"/>
          <a:stretch/>
        </p:blipFill>
        <p:spPr>
          <a:xfrm rot="16200000">
            <a:off x="1510818" y="3594261"/>
            <a:ext cx="1574150" cy="22795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477" y="3946972"/>
            <a:ext cx="2267999" cy="157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15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5FD262-858C-4929-B4F5-2E88B4438568}"/>
              </a:ext>
            </a:extLst>
          </p:cNvPr>
          <p:cNvSpPr txBox="1">
            <a:spLocks/>
          </p:cNvSpPr>
          <p:nvPr/>
        </p:nvSpPr>
        <p:spPr>
          <a:xfrm>
            <a:off x="800100" y="384048"/>
            <a:ext cx="6781800" cy="84784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sl-SI" sz="4400" dirty="0">
                <a:latin typeface="Aharoni" pitchFamily="2" charset="-79"/>
                <a:cs typeface="Aharoni" pitchFamily="2" charset="-79"/>
              </a:rPr>
              <a:t>Računalniške simulacije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9853DD4E-4533-419C-A1AF-9C14A733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63" y="1786309"/>
            <a:ext cx="8698273" cy="438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7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0"/>
            <a:ext cx="7543800" cy="9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l-SI" sz="4400" dirty="0">
                <a:solidFill>
                  <a:schemeClr val="tx1"/>
                </a:solidFill>
                <a:latin typeface="Aharoni" pitchFamily="2" charset="-79"/>
                <a:cs typeface="Aharoni" pitchFamily="2" charset="-79"/>
              </a:rPr>
              <a:t>OBRAVNAVAN SISTEM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568" y="1381294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8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1" t="7764" r="5690" b="7510"/>
          <a:stretch/>
        </p:blipFill>
        <p:spPr>
          <a:xfrm>
            <a:off x="549797" y="1478784"/>
            <a:ext cx="3489314" cy="2520339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553808"/>
              </p:ext>
            </p:extLst>
          </p:nvPr>
        </p:nvGraphicFramePr>
        <p:xfrm>
          <a:off x="4039111" y="1478784"/>
          <a:ext cx="245769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l-SI" sz="2400" dirty="0"/>
                        <a:t>PODANO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l-SI" sz="2800" i="1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l-SI" sz="2800" i="1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2800" dirty="0"/>
                        <a:t>ρ</a:t>
                      </a:r>
                      <a:endParaRPr lang="sl-SI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233521"/>
              </p:ext>
            </p:extLst>
          </p:nvPr>
        </p:nvGraphicFramePr>
        <p:xfrm>
          <a:off x="6552080" y="1739960"/>
          <a:ext cx="2457691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l-SI" sz="2400" dirty="0"/>
                        <a:t>ZANIMA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l-SI" sz="2800" i="0" dirty="0"/>
                        <a:t>&lt;</a:t>
                      </a:r>
                      <a:r>
                        <a:rPr lang="sl-SI" sz="2800" i="1" dirty="0"/>
                        <a:t>E</a:t>
                      </a:r>
                      <a:r>
                        <a:rPr lang="sl-SI" sz="2800" i="0" baseline="30000" dirty="0"/>
                        <a:t>*</a:t>
                      </a:r>
                      <a:r>
                        <a:rPr lang="sl-SI" sz="2800" i="0" dirty="0"/>
                        <a:t>&gt;/</a:t>
                      </a:r>
                      <a:r>
                        <a:rPr lang="sl-SI" sz="2800" i="1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l-SI" sz="2800" i="1" dirty="0"/>
                        <a:t>g</a:t>
                      </a:r>
                      <a:r>
                        <a:rPr lang="sl-SI" sz="2800" i="0" dirty="0"/>
                        <a:t>(</a:t>
                      </a:r>
                      <a:r>
                        <a:rPr lang="sl-SI" sz="2800" i="1" dirty="0"/>
                        <a:t>r</a:t>
                      </a:r>
                      <a:r>
                        <a:rPr lang="sl-SI" sz="2800" i="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4380296" y="3463198"/>
            <a:ext cx="3952875" cy="3295650"/>
            <a:chOff x="4380296" y="3463198"/>
            <a:chExt cx="3952875" cy="329565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0296" y="3463198"/>
              <a:ext cx="3952875" cy="329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7956035" y="3563956"/>
              <a:ext cx="295599" cy="2368627"/>
            </a:xfrm>
            <a:prstGeom prst="rect">
              <a:avLst/>
            </a:prstGeom>
            <a:solidFill>
              <a:srgbClr val="00B050">
                <a:alpha val="39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472848" y="3800818"/>
              <a:ext cx="3483187" cy="2958029"/>
            </a:xfrm>
            <a:prstGeom prst="rect">
              <a:avLst/>
            </a:prstGeom>
            <a:solidFill>
              <a:schemeClr val="accent1">
                <a:alpha val="3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  <p:sp>
          <p:nvSpPr>
            <p:cNvPr id="4" name="Cross 3"/>
            <p:cNvSpPr>
              <a:spLocks noChangeAspect="1"/>
            </p:cNvSpPr>
            <p:nvPr/>
          </p:nvSpPr>
          <p:spPr>
            <a:xfrm rot="18873992">
              <a:off x="5298633" y="4361832"/>
              <a:ext cx="1837743" cy="1836000"/>
            </a:xfrm>
            <a:prstGeom prst="plus">
              <a:avLst>
                <a:gd name="adj" fmla="val 4543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</p:grpSp>
    </p:spTree>
    <p:extLst>
      <p:ext uri="{BB962C8B-B14F-4D97-AF65-F5344CB8AC3E}">
        <p14:creationId xmlns:p14="http://schemas.microsoft.com/office/powerpoint/2010/main" val="248433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NI_1_new">
            <a:hlinkClick r:id="" action="ppaction://media"/>
            <a:extLst>
              <a:ext uri="{FF2B5EF4-FFF2-40B4-BE49-F238E27FC236}">
                <a16:creationId xmlns:a16="http://schemas.microsoft.com/office/drawing/2014/main" id="{F9B2E382-B901-4D63-91CC-72FEC147152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270889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3652B4A-4BF0-4396-8885-269D4590DF2B}"/>
              </a:ext>
            </a:extLst>
          </p:cNvPr>
          <p:cNvSpPr txBox="1">
            <a:spLocks/>
          </p:cNvSpPr>
          <p:nvPr/>
        </p:nvSpPr>
        <p:spPr>
          <a:xfrm>
            <a:off x="273560" y="109988"/>
            <a:ext cx="8596879" cy="84784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sl-SI" sz="4400" b="1" dirty="0">
                <a:latin typeface="Calibri" panose="020F0502020204030204" pitchFamily="34" charset="0"/>
                <a:cs typeface="Aharoni" pitchFamily="2" charset="-79"/>
              </a:rPr>
              <a:t>Bolj kompleksni sistemi</a:t>
            </a:r>
          </a:p>
        </p:txBody>
      </p:sp>
    </p:spTree>
    <p:extLst>
      <p:ext uri="{BB962C8B-B14F-4D97-AF65-F5344CB8AC3E}">
        <p14:creationId xmlns:p14="http://schemas.microsoft.com/office/powerpoint/2010/main" val="383521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0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0"/>
            <a:ext cx="7543800" cy="9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l-SI" sz="4400" dirty="0">
                <a:solidFill>
                  <a:schemeClr val="tx1"/>
                </a:solidFill>
                <a:latin typeface="Aharoni" pitchFamily="2" charset="-79"/>
                <a:cs typeface="Aharoni" pitchFamily="2" charset="-79"/>
              </a:rPr>
              <a:t>EN DELEC</a:t>
            </a:r>
          </a:p>
        </p:txBody>
      </p:sp>
      <p:sp>
        <p:nvSpPr>
          <p:cNvPr id="23" name="Oval 22"/>
          <p:cNvSpPr/>
          <p:nvPr/>
        </p:nvSpPr>
        <p:spPr>
          <a:xfrm>
            <a:off x="4309524" y="3232342"/>
            <a:ext cx="524951" cy="53360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TextBox 1"/>
          <p:cNvSpPr txBox="1"/>
          <p:nvPr/>
        </p:nvSpPr>
        <p:spPr>
          <a:xfrm>
            <a:off x="4411539" y="3136612"/>
            <a:ext cx="320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3200" dirty="0"/>
              <a:t>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6951" y="3181170"/>
            <a:ext cx="4154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3200" dirty="0"/>
              <a:t>+</a:t>
            </a:r>
          </a:p>
        </p:txBody>
      </p:sp>
      <p:sp>
        <p:nvSpPr>
          <p:cNvPr id="21" name="Oval 20"/>
          <p:cNvSpPr/>
          <p:nvPr/>
        </p:nvSpPr>
        <p:spPr>
          <a:xfrm>
            <a:off x="2424700" y="1822243"/>
            <a:ext cx="4320000" cy="3353800"/>
          </a:xfrm>
          <a:prstGeom prst="ellipse">
            <a:avLst/>
          </a:prstGeom>
          <a:gradFill flip="none" rotWithShape="1">
            <a:gsLst>
              <a:gs pos="0">
                <a:srgbClr val="0070C0">
                  <a:alpha val="53000"/>
                </a:srgbClr>
              </a:gs>
              <a:gs pos="100000">
                <a:schemeClr val="bg1">
                  <a:alpha val="32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198847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0"/>
            <a:ext cx="7543800" cy="9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l-SI" sz="4400" dirty="0">
                <a:solidFill>
                  <a:schemeClr val="tx1"/>
                </a:solidFill>
                <a:latin typeface="Aharoni" pitchFamily="2" charset="-79"/>
                <a:cs typeface="Aharoni" pitchFamily="2" charset="-79"/>
              </a:rPr>
              <a:t>DVA DELCA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291457" y="4626278"/>
                <a:ext cx="2561086" cy="11294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3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sl-SI" sz="3600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ed</m:t>
                          </m:r>
                        </m:sub>
                      </m:sSub>
                      <m:r>
                        <a:rPr lang="sl-SI" sz="3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=− </m:t>
                      </m:r>
                      <m:f>
                        <m:fPr>
                          <m:ctrlPr>
                            <a:rPr lang="sl-SI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𝐴</m:t>
                          </m:r>
                        </m:num>
                        <m:den>
                          <m:sSup>
                            <m:sSupPr>
                              <m:ctrlPr>
                                <a:rPr lang="sl-SI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sz="36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sl-SI" sz="36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sl-SI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457" y="4626278"/>
                <a:ext cx="2561086" cy="112947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648375" y="2206747"/>
            <a:ext cx="1461346" cy="603552"/>
            <a:chOff x="1016302" y="2160186"/>
            <a:chExt cx="1461346" cy="603552"/>
          </a:xfrm>
        </p:grpSpPr>
        <p:sp>
          <p:nvSpPr>
            <p:cNvPr id="23" name="Oval 22"/>
            <p:cNvSpPr>
              <a:spLocks noChangeAspect="1"/>
            </p:cNvSpPr>
            <p:nvPr/>
          </p:nvSpPr>
          <p:spPr>
            <a:xfrm>
              <a:off x="2070748" y="2291469"/>
              <a:ext cx="398301" cy="398301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16302" y="2160186"/>
              <a:ext cx="3209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3200" dirty="0"/>
                <a:t>-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062150" y="2178963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3200" dirty="0"/>
                <a:t>+</a:t>
              </a:r>
            </a:p>
          </p:txBody>
        </p:sp>
        <p:sp>
          <p:nvSpPr>
            <p:cNvPr id="6" name="Right Arrow 5"/>
            <p:cNvSpPr/>
            <p:nvPr/>
          </p:nvSpPr>
          <p:spPr>
            <a:xfrm rot="10800000">
              <a:off x="1337225" y="2317749"/>
              <a:ext cx="724925" cy="368300"/>
            </a:xfrm>
            <a:prstGeom prst="rightArrow">
              <a:avLst>
                <a:gd name="adj1" fmla="val 31897"/>
                <a:gd name="adj2" fmla="val 693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</p:grpSp>
      <p:cxnSp>
        <p:nvCxnSpPr>
          <p:cNvPr id="9" name="Straight Connector 8"/>
          <p:cNvCxnSpPr>
            <a:stCxn id="21" idx="4"/>
          </p:cNvCxnSpPr>
          <p:nvPr/>
        </p:nvCxnSpPr>
        <p:spPr>
          <a:xfrm>
            <a:off x="1501324" y="3356111"/>
            <a:ext cx="0" cy="572948"/>
          </a:xfrm>
          <a:prstGeom prst="line">
            <a:avLst/>
          </a:prstGeom>
          <a:ln w="508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501324" y="3626574"/>
            <a:ext cx="6104089" cy="0"/>
          </a:xfrm>
          <a:prstGeom prst="straightConnector1">
            <a:avLst/>
          </a:prstGeom>
          <a:ln w="50800">
            <a:solidFill>
              <a:schemeClr val="tx1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41324" y="1679710"/>
            <a:ext cx="2520000" cy="1676401"/>
          </a:xfrm>
          <a:prstGeom prst="ellipse">
            <a:avLst/>
          </a:prstGeom>
          <a:gradFill flip="none" rotWithShape="1">
            <a:gsLst>
              <a:gs pos="0">
                <a:srgbClr val="0070C0">
                  <a:alpha val="40000"/>
                </a:srgbClr>
              </a:gs>
              <a:gs pos="100000">
                <a:schemeClr val="bg1">
                  <a:alpha val="32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61" name="TextBox 60"/>
          <p:cNvSpPr txBox="1"/>
          <p:nvPr/>
        </p:nvSpPr>
        <p:spPr>
          <a:xfrm>
            <a:off x="4327441" y="2980243"/>
            <a:ext cx="364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3600" i="1" dirty="0"/>
              <a:t>r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345413" y="1611656"/>
            <a:ext cx="2520000" cy="2249349"/>
            <a:chOff x="393724" y="1832110"/>
            <a:chExt cx="2520000" cy="2249349"/>
          </a:xfrm>
        </p:grpSpPr>
        <p:grpSp>
          <p:nvGrpSpPr>
            <p:cNvPr id="22" name="Group 21"/>
            <p:cNvGrpSpPr/>
            <p:nvPr/>
          </p:nvGrpSpPr>
          <p:grpSpPr>
            <a:xfrm>
              <a:off x="800775" y="2359147"/>
              <a:ext cx="1461346" cy="603552"/>
              <a:chOff x="1016302" y="2160186"/>
              <a:chExt cx="1461346" cy="603552"/>
            </a:xfrm>
          </p:grpSpPr>
          <p:sp>
            <p:nvSpPr>
              <p:cNvPr id="26" name="Oval 25"/>
              <p:cNvSpPr>
                <a:spLocks noChangeAspect="1"/>
              </p:cNvSpPr>
              <p:nvPr/>
            </p:nvSpPr>
            <p:spPr>
              <a:xfrm>
                <a:off x="2070748" y="2291469"/>
                <a:ext cx="398301" cy="398301"/>
              </a:xfrm>
              <a:prstGeom prst="ellipse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l-SI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1016302" y="2160186"/>
                <a:ext cx="32092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3200" dirty="0"/>
                  <a:t>-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2062150" y="2178963"/>
                <a:ext cx="41549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3200" dirty="0"/>
                  <a:t>+</a:t>
                </a:r>
              </a:p>
            </p:txBody>
          </p:sp>
          <p:sp>
            <p:nvSpPr>
              <p:cNvPr id="29" name="Right Arrow 28"/>
              <p:cNvSpPr/>
              <p:nvPr/>
            </p:nvSpPr>
            <p:spPr>
              <a:xfrm rot="10800000">
                <a:off x="1337225" y="2317749"/>
                <a:ext cx="724925" cy="368300"/>
              </a:xfrm>
              <a:prstGeom prst="rightArrow">
                <a:avLst>
                  <a:gd name="adj1" fmla="val 31897"/>
                  <a:gd name="adj2" fmla="val 6939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l-SI"/>
              </a:p>
            </p:txBody>
          </p:sp>
        </p:grpSp>
        <p:cxnSp>
          <p:nvCxnSpPr>
            <p:cNvPr id="30" name="Straight Connector 29"/>
            <p:cNvCxnSpPr>
              <a:stCxn id="31" idx="4"/>
            </p:cNvCxnSpPr>
            <p:nvPr/>
          </p:nvCxnSpPr>
          <p:spPr>
            <a:xfrm>
              <a:off x="1653724" y="3508511"/>
              <a:ext cx="0" cy="572948"/>
            </a:xfrm>
            <a:prstGeom prst="line">
              <a:avLst/>
            </a:prstGeom>
            <a:ln w="508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/>
            <p:cNvSpPr/>
            <p:nvPr/>
          </p:nvSpPr>
          <p:spPr>
            <a:xfrm>
              <a:off x="393724" y="1832110"/>
              <a:ext cx="2520000" cy="167640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alpha val="40000"/>
                  </a:srgbClr>
                </a:gs>
                <a:gs pos="100000">
                  <a:schemeClr val="bg1">
                    <a:alpha val="3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</p:grpSp>
    </p:spTree>
    <p:extLst>
      <p:ext uri="{BB962C8B-B14F-4D97-AF65-F5344CB8AC3E}">
        <p14:creationId xmlns:p14="http://schemas.microsoft.com/office/powerpoint/2010/main" val="240864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00100" y="0"/>
            <a:ext cx="7543800" cy="9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l-SI" sz="4400" dirty="0">
                <a:solidFill>
                  <a:schemeClr val="tx1"/>
                </a:solidFill>
                <a:latin typeface="+mj-lt"/>
              </a:rPr>
              <a:t>DVA DELCA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59287" y="4608664"/>
                <a:ext cx="2025426" cy="1125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3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sl-SI" sz="3600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a:rPr lang="sl-SI" sz="3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sl-SI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𝐵</m:t>
                          </m:r>
                        </m:num>
                        <m:den>
                          <m:sSup>
                            <m:sSupPr>
                              <m:ctrlPr>
                                <a:rPr lang="sl-SI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sz="36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sl-SI" sz="36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sl-SI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287" y="4608664"/>
                <a:ext cx="2025426" cy="112588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>
            <a:off x="3312000" y="3626574"/>
            <a:ext cx="2520000" cy="0"/>
          </a:xfrm>
          <a:prstGeom prst="straightConnector1">
            <a:avLst/>
          </a:prstGeom>
          <a:ln w="50800">
            <a:solidFill>
              <a:schemeClr val="tx1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14966" y="2980242"/>
            <a:ext cx="364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3600" i="1" dirty="0"/>
              <a:t>r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459051" y="2154043"/>
            <a:ext cx="1461346" cy="603552"/>
            <a:chOff x="1016302" y="2160186"/>
            <a:chExt cx="1461346" cy="603552"/>
          </a:xfrm>
        </p:grpSpPr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2070748" y="2291469"/>
              <a:ext cx="398301" cy="398301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16302" y="2160186"/>
              <a:ext cx="3209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3200" dirty="0"/>
                <a:t>-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062150" y="2178963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3200" dirty="0"/>
                <a:t>+</a:t>
              </a:r>
            </a:p>
          </p:txBody>
        </p:sp>
        <p:sp>
          <p:nvSpPr>
            <p:cNvPr id="25" name="Right Arrow 24"/>
            <p:cNvSpPr/>
            <p:nvPr/>
          </p:nvSpPr>
          <p:spPr>
            <a:xfrm rot="10800000">
              <a:off x="1337225" y="2317749"/>
              <a:ext cx="724925" cy="368300"/>
            </a:xfrm>
            <a:prstGeom prst="rightArrow">
              <a:avLst>
                <a:gd name="adj1" fmla="val 31897"/>
                <a:gd name="adj2" fmla="val 693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</p:grpSp>
      <p:cxnSp>
        <p:nvCxnSpPr>
          <p:cNvPr id="26" name="Straight Connector 25"/>
          <p:cNvCxnSpPr>
            <a:stCxn id="27" idx="4"/>
          </p:cNvCxnSpPr>
          <p:nvPr/>
        </p:nvCxnSpPr>
        <p:spPr>
          <a:xfrm>
            <a:off x="3312000" y="3303407"/>
            <a:ext cx="0" cy="572948"/>
          </a:xfrm>
          <a:prstGeom prst="line">
            <a:avLst/>
          </a:prstGeom>
          <a:ln w="508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052000" y="1627006"/>
            <a:ext cx="2520000" cy="1676401"/>
          </a:xfrm>
          <a:prstGeom prst="ellipse">
            <a:avLst/>
          </a:prstGeom>
          <a:gradFill flip="none" rotWithShape="1">
            <a:gsLst>
              <a:gs pos="0">
                <a:srgbClr val="0070C0">
                  <a:alpha val="40000"/>
                </a:srgbClr>
              </a:gs>
              <a:gs pos="100000">
                <a:schemeClr val="bg1">
                  <a:alpha val="32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grpSp>
        <p:nvGrpSpPr>
          <p:cNvPr id="28" name="Group 27"/>
          <p:cNvGrpSpPr/>
          <p:nvPr/>
        </p:nvGrpSpPr>
        <p:grpSpPr>
          <a:xfrm>
            <a:off x="4979051" y="2135266"/>
            <a:ext cx="1461346" cy="603552"/>
            <a:chOff x="1016302" y="2160186"/>
            <a:chExt cx="1461346" cy="603552"/>
          </a:xfrm>
        </p:grpSpPr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2070748" y="2291469"/>
              <a:ext cx="398301" cy="398301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16302" y="2160186"/>
              <a:ext cx="3209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3200" dirty="0"/>
                <a:t>-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062150" y="2178963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3200" dirty="0"/>
                <a:t>+</a:t>
              </a:r>
            </a:p>
          </p:txBody>
        </p:sp>
        <p:sp>
          <p:nvSpPr>
            <p:cNvPr id="32" name="Right Arrow 31"/>
            <p:cNvSpPr/>
            <p:nvPr/>
          </p:nvSpPr>
          <p:spPr>
            <a:xfrm rot="10800000">
              <a:off x="1337225" y="2317749"/>
              <a:ext cx="724925" cy="368300"/>
            </a:xfrm>
            <a:prstGeom prst="rightArrow">
              <a:avLst>
                <a:gd name="adj1" fmla="val 31897"/>
                <a:gd name="adj2" fmla="val 693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</p:grpSp>
      <p:cxnSp>
        <p:nvCxnSpPr>
          <p:cNvPr id="33" name="Straight Connector 32"/>
          <p:cNvCxnSpPr>
            <a:stCxn id="34" idx="4"/>
          </p:cNvCxnSpPr>
          <p:nvPr/>
        </p:nvCxnSpPr>
        <p:spPr>
          <a:xfrm>
            <a:off x="5832000" y="3284630"/>
            <a:ext cx="0" cy="572948"/>
          </a:xfrm>
          <a:prstGeom prst="line">
            <a:avLst/>
          </a:prstGeom>
          <a:ln w="508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572000" y="1608229"/>
            <a:ext cx="2520000" cy="1676401"/>
          </a:xfrm>
          <a:prstGeom prst="ellipse">
            <a:avLst/>
          </a:prstGeom>
          <a:gradFill flip="none" rotWithShape="1">
            <a:gsLst>
              <a:gs pos="0">
                <a:srgbClr val="0070C0">
                  <a:alpha val="40000"/>
                </a:srgbClr>
              </a:gs>
              <a:gs pos="100000">
                <a:schemeClr val="bg1">
                  <a:alpha val="32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7109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00100" y="0"/>
            <a:ext cx="7543800" cy="9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l-SI" sz="4400" dirty="0">
                <a:solidFill>
                  <a:schemeClr val="tx1"/>
                </a:solidFill>
                <a:latin typeface="Aharoni" pitchFamily="2" charset="-79"/>
                <a:cs typeface="Aharoni" pitchFamily="2" charset="-79"/>
              </a:rPr>
              <a:t>DVA DELCA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05683" y="5859384"/>
                <a:ext cx="3532634" cy="64633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sl-SI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sz="36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</m:d>
                          <m:r>
                            <a:rPr lang="sl-SI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sl-SI" sz="3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sl-SI" sz="3600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a:rPr lang="sl-SI" sz="3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sl-SI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3600" i="1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sl-SI" sz="3600" b="0" i="0" smtClean="0">
                              <a:latin typeface="Cambria Math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sl-SI" sz="3600">
                              <a:latin typeface="Cambria Math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  <a:endParaRPr lang="sl-SI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683" y="5859384"/>
                <a:ext cx="3532634" cy="64633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241324" y="1116356"/>
            <a:ext cx="8624089" cy="2317403"/>
            <a:chOff x="241324" y="1611656"/>
            <a:chExt cx="8624089" cy="2317403"/>
          </a:xfrm>
        </p:grpSpPr>
        <p:grpSp>
          <p:nvGrpSpPr>
            <p:cNvPr id="35" name="Group 34"/>
            <p:cNvGrpSpPr/>
            <p:nvPr/>
          </p:nvGrpSpPr>
          <p:grpSpPr>
            <a:xfrm>
              <a:off x="648375" y="2206747"/>
              <a:ext cx="1461346" cy="603552"/>
              <a:chOff x="1016302" y="2160186"/>
              <a:chExt cx="1461346" cy="603552"/>
            </a:xfrm>
          </p:grpSpPr>
          <p:sp>
            <p:nvSpPr>
              <p:cNvPr id="36" name="Oval 35"/>
              <p:cNvSpPr>
                <a:spLocks noChangeAspect="1"/>
              </p:cNvSpPr>
              <p:nvPr/>
            </p:nvSpPr>
            <p:spPr>
              <a:xfrm>
                <a:off x="2070748" y="2291469"/>
                <a:ext cx="398301" cy="398301"/>
              </a:xfrm>
              <a:prstGeom prst="ellipse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l-SI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1016302" y="2160186"/>
                <a:ext cx="32092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3200" dirty="0"/>
                  <a:t>-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2062150" y="2178963"/>
                <a:ext cx="41549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3200" dirty="0"/>
                  <a:t>+</a:t>
                </a:r>
              </a:p>
            </p:txBody>
          </p:sp>
          <p:sp>
            <p:nvSpPr>
              <p:cNvPr id="39" name="Right Arrow 38"/>
              <p:cNvSpPr/>
              <p:nvPr/>
            </p:nvSpPr>
            <p:spPr>
              <a:xfrm rot="10800000">
                <a:off x="1337225" y="2317749"/>
                <a:ext cx="724925" cy="368300"/>
              </a:xfrm>
              <a:prstGeom prst="rightArrow">
                <a:avLst>
                  <a:gd name="adj1" fmla="val 31897"/>
                  <a:gd name="adj2" fmla="val 6939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l-SI"/>
              </a:p>
            </p:txBody>
          </p:sp>
        </p:grpSp>
        <p:cxnSp>
          <p:nvCxnSpPr>
            <p:cNvPr id="43" name="Straight Connector 42"/>
            <p:cNvCxnSpPr>
              <a:stCxn id="45" idx="4"/>
            </p:cNvCxnSpPr>
            <p:nvPr/>
          </p:nvCxnSpPr>
          <p:spPr>
            <a:xfrm>
              <a:off x="1501324" y="3356111"/>
              <a:ext cx="0" cy="572948"/>
            </a:xfrm>
            <a:prstGeom prst="line">
              <a:avLst/>
            </a:prstGeom>
            <a:ln w="508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1501324" y="3626574"/>
              <a:ext cx="6104089" cy="0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stealth"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/>
            <p:cNvSpPr/>
            <p:nvPr/>
          </p:nvSpPr>
          <p:spPr>
            <a:xfrm>
              <a:off x="241324" y="1679710"/>
              <a:ext cx="2520000" cy="167640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alpha val="40000"/>
                  </a:srgbClr>
                </a:gs>
                <a:gs pos="100000">
                  <a:schemeClr val="bg1">
                    <a:alpha val="3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327441" y="2980243"/>
              <a:ext cx="3642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3600" i="1" dirty="0"/>
                <a:t>r</a:t>
              </a:r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6345413" y="1611656"/>
              <a:ext cx="2520000" cy="2249349"/>
              <a:chOff x="393724" y="1832110"/>
              <a:chExt cx="2520000" cy="2249349"/>
            </a:xfrm>
          </p:grpSpPr>
          <p:grpSp>
            <p:nvGrpSpPr>
              <p:cNvPr id="48" name="Group 47"/>
              <p:cNvGrpSpPr/>
              <p:nvPr/>
            </p:nvGrpSpPr>
            <p:grpSpPr>
              <a:xfrm>
                <a:off x="800775" y="2359147"/>
                <a:ext cx="1461346" cy="603552"/>
                <a:chOff x="1016302" y="2160186"/>
                <a:chExt cx="1461346" cy="603552"/>
              </a:xfrm>
            </p:grpSpPr>
            <p:sp>
              <p:nvSpPr>
                <p:cNvPr id="51" name="Oval 50"/>
                <p:cNvSpPr>
                  <a:spLocks noChangeAspect="1"/>
                </p:cNvSpPr>
                <p:nvPr/>
              </p:nvSpPr>
              <p:spPr>
                <a:xfrm>
                  <a:off x="2070748" y="2291469"/>
                  <a:ext cx="398301" cy="398301"/>
                </a:xfrm>
                <a:prstGeom prst="ellipse">
                  <a:avLst/>
                </a:prstGeom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l-SI"/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1016302" y="2160186"/>
                  <a:ext cx="320922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sl-SI" sz="3200" dirty="0"/>
                    <a:t>-</a:t>
                  </a:r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2062150" y="2178963"/>
                  <a:ext cx="41549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sl-SI" sz="3200" dirty="0"/>
                    <a:t>+</a:t>
                  </a:r>
                </a:p>
              </p:txBody>
            </p:sp>
            <p:sp>
              <p:nvSpPr>
                <p:cNvPr id="54" name="Right Arrow 53"/>
                <p:cNvSpPr/>
                <p:nvPr/>
              </p:nvSpPr>
              <p:spPr>
                <a:xfrm rot="10800000">
                  <a:off x="1337225" y="2317749"/>
                  <a:ext cx="724925" cy="368300"/>
                </a:xfrm>
                <a:prstGeom prst="rightArrow">
                  <a:avLst>
                    <a:gd name="adj1" fmla="val 31897"/>
                    <a:gd name="adj2" fmla="val 69397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l-SI"/>
                </a:p>
              </p:txBody>
            </p:sp>
          </p:grpSp>
          <p:cxnSp>
            <p:nvCxnSpPr>
              <p:cNvPr id="49" name="Straight Connector 48"/>
              <p:cNvCxnSpPr>
                <a:stCxn id="50" idx="4"/>
              </p:cNvCxnSpPr>
              <p:nvPr/>
            </p:nvCxnSpPr>
            <p:spPr>
              <a:xfrm>
                <a:off x="1653724" y="3508511"/>
                <a:ext cx="0" cy="572948"/>
              </a:xfrm>
              <a:prstGeom prst="line">
                <a:avLst/>
              </a:prstGeom>
              <a:ln w="508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/>
              <p:cNvSpPr/>
              <p:nvPr/>
            </p:nvSpPr>
            <p:spPr>
              <a:xfrm>
                <a:off x="393724" y="1832110"/>
                <a:ext cx="2520000" cy="167640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alpha val="40000"/>
                    </a:srgbClr>
                  </a:gs>
                  <a:gs pos="100000">
                    <a:schemeClr val="bg1">
                      <a:alpha val="32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sl-SI"/>
              </a:p>
            </p:txBody>
          </p:sp>
        </p:grpSp>
      </p:grpSp>
      <p:grpSp>
        <p:nvGrpSpPr>
          <p:cNvPr id="3" name="Group 2"/>
          <p:cNvGrpSpPr/>
          <p:nvPr/>
        </p:nvGrpSpPr>
        <p:grpSpPr>
          <a:xfrm>
            <a:off x="1989542" y="3433759"/>
            <a:ext cx="5040000" cy="2268126"/>
            <a:chOff x="2052000" y="1608229"/>
            <a:chExt cx="5040000" cy="2268126"/>
          </a:xfrm>
        </p:grpSpPr>
        <p:cxnSp>
          <p:nvCxnSpPr>
            <p:cNvPr id="55" name="Straight Arrow Connector 54"/>
            <p:cNvCxnSpPr/>
            <p:nvPr/>
          </p:nvCxnSpPr>
          <p:spPr>
            <a:xfrm>
              <a:off x="3312000" y="3626574"/>
              <a:ext cx="2520000" cy="0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stealth"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4414966" y="2980242"/>
              <a:ext cx="3642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3600" i="1" dirty="0"/>
                <a:t>r</a:t>
              </a:r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2459051" y="2154043"/>
              <a:ext cx="1461346" cy="603552"/>
              <a:chOff x="1016302" y="2160186"/>
              <a:chExt cx="1461346" cy="603552"/>
            </a:xfrm>
          </p:grpSpPr>
          <p:sp>
            <p:nvSpPr>
              <p:cNvPr id="58" name="Oval 57"/>
              <p:cNvSpPr>
                <a:spLocks noChangeAspect="1"/>
              </p:cNvSpPr>
              <p:nvPr/>
            </p:nvSpPr>
            <p:spPr>
              <a:xfrm>
                <a:off x="2070748" y="2291469"/>
                <a:ext cx="398301" cy="398301"/>
              </a:xfrm>
              <a:prstGeom prst="ellipse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l-SI"/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1016302" y="2160186"/>
                <a:ext cx="32092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3200" dirty="0"/>
                  <a:t>-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2062150" y="2178963"/>
                <a:ext cx="41549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3200" dirty="0"/>
                  <a:t>+</a:t>
                </a:r>
              </a:p>
            </p:txBody>
          </p:sp>
          <p:sp>
            <p:nvSpPr>
              <p:cNvPr id="61" name="Right Arrow 60"/>
              <p:cNvSpPr/>
              <p:nvPr/>
            </p:nvSpPr>
            <p:spPr>
              <a:xfrm rot="10800000">
                <a:off x="1337225" y="2317749"/>
                <a:ext cx="724925" cy="368300"/>
              </a:xfrm>
              <a:prstGeom prst="rightArrow">
                <a:avLst>
                  <a:gd name="adj1" fmla="val 31897"/>
                  <a:gd name="adj2" fmla="val 6939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l-SI"/>
              </a:p>
            </p:txBody>
          </p:sp>
        </p:grpSp>
        <p:cxnSp>
          <p:nvCxnSpPr>
            <p:cNvPr id="62" name="Straight Connector 61"/>
            <p:cNvCxnSpPr>
              <a:stCxn id="63" idx="4"/>
            </p:cNvCxnSpPr>
            <p:nvPr/>
          </p:nvCxnSpPr>
          <p:spPr>
            <a:xfrm>
              <a:off x="3312000" y="3303407"/>
              <a:ext cx="0" cy="572948"/>
            </a:xfrm>
            <a:prstGeom prst="line">
              <a:avLst/>
            </a:prstGeom>
            <a:ln w="508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/>
            <p:cNvSpPr/>
            <p:nvPr/>
          </p:nvSpPr>
          <p:spPr>
            <a:xfrm>
              <a:off x="2052000" y="1627006"/>
              <a:ext cx="2520000" cy="167640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alpha val="40000"/>
                  </a:srgbClr>
                </a:gs>
                <a:gs pos="100000">
                  <a:schemeClr val="bg1">
                    <a:alpha val="3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  <p:grpSp>
          <p:nvGrpSpPr>
            <p:cNvPr id="64" name="Group 63"/>
            <p:cNvGrpSpPr/>
            <p:nvPr/>
          </p:nvGrpSpPr>
          <p:grpSpPr>
            <a:xfrm>
              <a:off x="4979051" y="2135266"/>
              <a:ext cx="1461346" cy="603552"/>
              <a:chOff x="1016302" y="2160186"/>
              <a:chExt cx="1461346" cy="603552"/>
            </a:xfrm>
          </p:grpSpPr>
          <p:sp>
            <p:nvSpPr>
              <p:cNvPr id="65" name="Oval 64"/>
              <p:cNvSpPr>
                <a:spLocks noChangeAspect="1"/>
              </p:cNvSpPr>
              <p:nvPr/>
            </p:nvSpPr>
            <p:spPr>
              <a:xfrm>
                <a:off x="2070748" y="2291469"/>
                <a:ext cx="398301" cy="398301"/>
              </a:xfrm>
              <a:prstGeom prst="ellipse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l-SI"/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1016302" y="2160186"/>
                <a:ext cx="32092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3200" dirty="0"/>
                  <a:t>-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2062150" y="2178963"/>
                <a:ext cx="41549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3200" dirty="0"/>
                  <a:t>+</a:t>
                </a:r>
              </a:p>
            </p:txBody>
          </p:sp>
          <p:sp>
            <p:nvSpPr>
              <p:cNvPr id="68" name="Right Arrow 67"/>
              <p:cNvSpPr/>
              <p:nvPr/>
            </p:nvSpPr>
            <p:spPr>
              <a:xfrm rot="10800000">
                <a:off x="1337225" y="2317749"/>
                <a:ext cx="724925" cy="368300"/>
              </a:xfrm>
              <a:prstGeom prst="rightArrow">
                <a:avLst>
                  <a:gd name="adj1" fmla="val 31897"/>
                  <a:gd name="adj2" fmla="val 6939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l-SI"/>
              </a:p>
            </p:txBody>
          </p:sp>
        </p:grpSp>
        <p:cxnSp>
          <p:nvCxnSpPr>
            <p:cNvPr id="69" name="Straight Connector 68"/>
            <p:cNvCxnSpPr>
              <a:stCxn id="70" idx="4"/>
            </p:cNvCxnSpPr>
            <p:nvPr/>
          </p:nvCxnSpPr>
          <p:spPr>
            <a:xfrm>
              <a:off x="5832000" y="3284630"/>
              <a:ext cx="0" cy="572948"/>
            </a:xfrm>
            <a:prstGeom prst="line">
              <a:avLst/>
            </a:prstGeom>
            <a:ln w="508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/>
            <p:cNvSpPr/>
            <p:nvPr/>
          </p:nvSpPr>
          <p:spPr>
            <a:xfrm>
              <a:off x="4572000" y="1608229"/>
              <a:ext cx="2520000" cy="167640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alpha val="40000"/>
                  </a:srgbClr>
                </a:gs>
                <a:gs pos="100000">
                  <a:schemeClr val="bg1">
                    <a:alpha val="3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</p:grpSp>
    </p:spTree>
    <p:extLst>
      <p:ext uri="{BB962C8B-B14F-4D97-AF65-F5344CB8AC3E}">
        <p14:creationId xmlns:p14="http://schemas.microsoft.com/office/powerpoint/2010/main" val="211127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8367"/>
            <a:ext cx="9144000" cy="586534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0"/>
            <a:ext cx="7543800" cy="9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l-SI" sz="4400" dirty="0">
                <a:solidFill>
                  <a:schemeClr val="tx1"/>
                </a:solidFill>
                <a:latin typeface="Aharoni" pitchFamily="2" charset="-79"/>
                <a:cs typeface="Aharoni" pitchFamily="2" charset="-79"/>
              </a:rPr>
              <a:t>INTERAKCIJE MED DELCI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920997" y="3762345"/>
            <a:ext cx="2470385" cy="1739446"/>
            <a:chOff x="920997" y="3762345"/>
            <a:chExt cx="2470385" cy="1739446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1419852" y="4408676"/>
              <a:ext cx="173875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2051720" y="3762345"/>
                  <a:ext cx="564578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sl-SI" sz="360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σ</m:t>
                        </m:r>
                      </m:oMath>
                    </m:oMathPara>
                  </a14:m>
                  <a:endParaRPr lang="sl-SI" sz="3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720" y="3762345"/>
                  <a:ext cx="564578" cy="646331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15094" r="-43478" b="-33962"/>
                  </a:stretch>
                </a:blipFill>
              </p:spPr>
              <p:txBody>
                <a:bodyPr/>
                <a:lstStyle/>
                <a:p>
                  <a:r>
                    <a:rPr lang="sl-SI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/>
            <p:cNvCxnSpPr/>
            <p:nvPr/>
          </p:nvCxnSpPr>
          <p:spPr>
            <a:xfrm>
              <a:off x="1396702" y="5501791"/>
              <a:ext cx="1994680" cy="0"/>
            </a:xfrm>
            <a:prstGeom prst="straightConnector1">
              <a:avLst/>
            </a:prstGeom>
            <a:ln w="76200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1419852" y="4408676"/>
              <a:ext cx="0" cy="1093115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/>
                <p:cNvSpPr/>
                <p:nvPr/>
              </p:nvSpPr>
              <p:spPr>
                <a:xfrm>
                  <a:off x="920997" y="4693623"/>
                  <a:ext cx="498855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sl-SI" sz="280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∈</m:t>
                        </m:r>
                      </m:oMath>
                    </m:oMathPara>
                  </a14:m>
                  <a:endParaRPr lang="sl-SI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997" y="4693623"/>
                  <a:ext cx="498855" cy="52322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11628" r="-34146" b="-31395"/>
                  </a:stretch>
                </a:blipFill>
              </p:spPr>
              <p:txBody>
                <a:bodyPr/>
                <a:lstStyle/>
                <a:p>
                  <a:r>
                    <a:rPr lang="sl-SI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Rectangle 16"/>
          <p:cNvSpPr/>
          <p:nvPr/>
        </p:nvSpPr>
        <p:spPr>
          <a:xfrm>
            <a:off x="4225667" y="2749108"/>
            <a:ext cx="4236334" cy="11284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4247001" y="2760683"/>
                <a:ext cx="4215000" cy="1060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sl-SI" sz="2800" i="1" dirty="0">
                    <a:solidFill>
                      <a:schemeClr val="tx1"/>
                    </a:solidFill>
                  </a:rPr>
                  <a:t>E</a:t>
                </a:r>
                <a:r>
                  <a:rPr lang="sl-SI" sz="2800" dirty="0">
                    <a:solidFill>
                      <a:schemeClr val="tx1"/>
                    </a:solidFill>
                  </a:rPr>
                  <a:t>(</a:t>
                </a:r>
                <a:r>
                  <a:rPr lang="sl-SI" sz="2800" i="1" dirty="0">
                    <a:solidFill>
                      <a:schemeClr val="tx1"/>
                    </a:solidFill>
                  </a:rPr>
                  <a:t>r</a:t>
                </a:r>
                <a:r>
                  <a:rPr lang="sl-SI" sz="2800" dirty="0">
                    <a:solidFill>
                      <a:schemeClr val="tx1"/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sl-SI" sz="2800" i="1">
                        <a:solidFill>
                          <a:schemeClr val="tx1"/>
                        </a:solidFill>
                        <a:latin typeface="Cambria Math"/>
                      </a:rPr>
                      <m:t>=4</m:t>
                    </m:r>
                    <m:r>
                      <a:rPr lang="sl-SI" sz="2800" i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sl-SI" sz="2800" i="1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sl-SI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sl-SI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sl-SI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sl-SI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sl-SI" sz="2800" i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σ</m:t>
                                    </m:r>
                                  </m:num>
                                  <m:den>
                                    <m:r>
                                      <a:rPr lang="sl-SI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sl-SI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  <m:r>
                              <a:rPr lang="sl-SI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sl-SI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sSup>
                          <m:sSupPr>
                            <m:ctrlPr>
                              <a:rPr lang="sl-SI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sl-SI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sl-SI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sl-SI" sz="2800" i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σ</m:t>
                                    </m:r>
                                  </m:num>
                                  <m:den>
                                    <m:r>
                                      <a:rPr lang="sl-SI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sl-SI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6</m:t>
                            </m:r>
                          </m:sup>
                        </m:sSup>
                      </m:e>
                    </m:d>
                  </m:oMath>
                </a14:m>
                <a:endParaRPr lang="sl-SI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001" y="2760683"/>
                <a:ext cx="4215000" cy="1060483"/>
              </a:xfrm>
              <a:prstGeom prst="rect">
                <a:avLst/>
              </a:prstGeom>
              <a:blipFill rotWithShape="1">
                <a:blip r:embed="rId5"/>
                <a:stretch>
                  <a:fillRect l="-3039" r="-3907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Notched Right Arrow 17"/>
          <p:cNvSpPr/>
          <p:nvPr/>
        </p:nvSpPr>
        <p:spPr>
          <a:xfrm rot="5400000">
            <a:off x="5917154" y="2044637"/>
            <a:ext cx="853361" cy="509286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2" name="Rectangle 21"/>
          <p:cNvSpPr/>
          <p:nvPr/>
        </p:nvSpPr>
        <p:spPr>
          <a:xfrm>
            <a:off x="4236334" y="986477"/>
            <a:ext cx="4236334" cy="11284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980255" y="1227518"/>
                <a:ext cx="2727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l-SI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sl-SI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</m:d>
                          <m:r>
                            <a:rPr lang="sl-SI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sl-SI" sz="28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sl-SI" sz="2800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a:rPr lang="sl-SI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sl-SI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l-SI" sz="2800" i="1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sl-SI" sz="2800">
                              <a:latin typeface="Cambria Math"/>
                            </a:rPr>
                            <m:t>id</m:t>
                          </m:r>
                        </m:sub>
                      </m:sSub>
                    </m:oMath>
                  </m:oMathPara>
                </a14:m>
                <a:endParaRPr lang="sl-SI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255" y="1227518"/>
                <a:ext cx="2727157" cy="523220"/>
              </a:xfrm>
              <a:prstGeom prst="rect">
                <a:avLst/>
              </a:prstGeom>
              <a:blipFill rotWithShape="1">
                <a:blip r:embed="rId6"/>
                <a:stretch>
                  <a:fillRect t="-11628" r="-5593" b="-31395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89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4339755" y="4583575"/>
            <a:ext cx="0" cy="1229546"/>
          </a:xfrm>
          <a:prstGeom prst="line">
            <a:avLst/>
          </a:prstGeom>
          <a:ln w="508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0"/>
            <a:ext cx="7543800" cy="9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l-SI" sz="4400" dirty="0">
                <a:solidFill>
                  <a:schemeClr val="tx1"/>
                </a:solidFill>
                <a:latin typeface="Aharoni" pitchFamily="2" charset="-79"/>
                <a:cs typeface="Aharoni" pitchFamily="2" charset="-79"/>
              </a:rPr>
              <a:t>INTERAKCIJE MED DELCI</a:t>
            </a:r>
          </a:p>
        </p:txBody>
      </p:sp>
      <p:sp>
        <p:nvSpPr>
          <p:cNvPr id="2" name="Oval 1"/>
          <p:cNvSpPr/>
          <p:nvPr/>
        </p:nvSpPr>
        <p:spPr>
          <a:xfrm>
            <a:off x="1034700" y="5813121"/>
            <a:ext cx="792088" cy="7920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430744" y="6209121"/>
            <a:ext cx="1050354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943711" y="5813121"/>
            <a:ext cx="792088" cy="7920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289401" y="6196658"/>
            <a:ext cx="1050354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8367"/>
            <a:ext cx="9144000" cy="586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48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3098185" y="2869516"/>
            <a:ext cx="0" cy="2862192"/>
          </a:xfrm>
          <a:prstGeom prst="line">
            <a:avLst/>
          </a:prstGeom>
          <a:ln w="50800" cmpd="sng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8367"/>
            <a:ext cx="9144000" cy="586534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0"/>
            <a:ext cx="7543800" cy="9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l-SI" sz="4400" dirty="0">
                <a:solidFill>
                  <a:schemeClr val="tx1"/>
                </a:solidFill>
                <a:latin typeface="Aharoni" pitchFamily="2" charset="-79"/>
                <a:cs typeface="Aharoni" pitchFamily="2" charset="-79"/>
              </a:rPr>
              <a:t>INTERAKCIJE MED DELCI</a:t>
            </a:r>
          </a:p>
        </p:txBody>
      </p:sp>
      <p:sp>
        <p:nvSpPr>
          <p:cNvPr id="2" name="Oval 1"/>
          <p:cNvSpPr/>
          <p:nvPr/>
        </p:nvSpPr>
        <p:spPr>
          <a:xfrm>
            <a:off x="1011550" y="5731708"/>
            <a:ext cx="792088" cy="7920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8" name="Oval 7"/>
          <p:cNvSpPr/>
          <p:nvPr/>
        </p:nvSpPr>
        <p:spPr>
          <a:xfrm>
            <a:off x="2670110" y="5731708"/>
            <a:ext cx="792088" cy="7920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393539" y="6122107"/>
            <a:ext cx="1014055" cy="560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066154" y="6127708"/>
            <a:ext cx="1014055" cy="560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973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8367"/>
            <a:ext cx="9144000" cy="586534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0"/>
            <a:ext cx="7543800" cy="9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l-SI" sz="4400" dirty="0">
                <a:solidFill>
                  <a:schemeClr val="tx1"/>
                </a:solidFill>
                <a:latin typeface="Aharoni" pitchFamily="2" charset="-79"/>
                <a:cs typeface="Aharoni" pitchFamily="2" charset="-79"/>
              </a:rPr>
              <a:t>INTERAKCIJE MED DELCI</a:t>
            </a:r>
          </a:p>
        </p:txBody>
      </p:sp>
      <p:sp>
        <p:nvSpPr>
          <p:cNvPr id="2" name="Oval 1"/>
          <p:cNvSpPr/>
          <p:nvPr/>
        </p:nvSpPr>
        <p:spPr>
          <a:xfrm>
            <a:off x="1034700" y="5831561"/>
            <a:ext cx="792088" cy="7920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cxnSp>
        <p:nvCxnSpPr>
          <p:cNvPr id="12" name="Straight Connector 11"/>
          <p:cNvCxnSpPr/>
          <p:nvPr/>
        </p:nvCxnSpPr>
        <p:spPr>
          <a:xfrm>
            <a:off x="3381254" y="5447136"/>
            <a:ext cx="0" cy="792000"/>
          </a:xfrm>
          <a:prstGeom prst="line">
            <a:avLst/>
          </a:prstGeom>
          <a:ln w="508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985210" y="5831561"/>
            <a:ext cx="792088" cy="7920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430744" y="5676729"/>
            <a:ext cx="1950510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826788" y="5035102"/>
                <a:ext cx="1181734" cy="6328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sl-SI" sz="3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sl-SI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sl-SI" sz="3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6</m:t>
                        </m:r>
                      </m:deg>
                      <m:e>
                        <m:r>
                          <a:rPr lang="sl-SI" sz="3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sl-SI" sz="3200" dirty="0">
                    <a:solidFill>
                      <a:schemeClr val="tx1"/>
                    </a:solidFill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sl-SI" sz="32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𝜎</m:t>
                    </m:r>
                  </m:oMath>
                </a14:m>
                <a:endParaRPr lang="sl-SI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788" y="5035102"/>
                <a:ext cx="1181734" cy="632802"/>
              </a:xfrm>
              <a:prstGeom prst="rect">
                <a:avLst/>
              </a:prstGeom>
              <a:blipFill rotWithShape="1">
                <a:blip r:embed="rId3"/>
                <a:stretch>
                  <a:fillRect l="-13402" t="-5769" r="-20619" b="-29808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Skupina 17">
            <a:extLst>
              <a:ext uri="{FF2B5EF4-FFF2-40B4-BE49-F238E27FC236}">
                <a16:creationId xmlns:a16="http://schemas.microsoft.com/office/drawing/2014/main" id="{52659705-D657-472E-B05D-A2BC9080165A}"/>
              </a:ext>
            </a:extLst>
          </p:cNvPr>
          <p:cNvGrpSpPr/>
          <p:nvPr/>
        </p:nvGrpSpPr>
        <p:grpSpPr>
          <a:xfrm>
            <a:off x="2968098" y="4082105"/>
            <a:ext cx="1076040" cy="1545120"/>
            <a:chOff x="2968098" y="4082105"/>
            <a:chExt cx="1076040" cy="154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Rokopis 3">
                  <a:extLst>
                    <a:ext uri="{FF2B5EF4-FFF2-40B4-BE49-F238E27FC236}">
                      <a16:creationId xmlns:a16="http://schemas.microsoft.com/office/drawing/2014/main" id="{5E547BBE-ABD9-49EA-BF1F-1ABC2B023557}"/>
                    </a:ext>
                  </a:extLst>
                </p14:cNvPr>
                <p14:cNvContentPartPr/>
                <p14:nvPr/>
              </p14:nvContentPartPr>
              <p14:xfrm>
                <a:off x="3312978" y="5375945"/>
                <a:ext cx="146880" cy="251280"/>
              </p14:xfrm>
            </p:contentPart>
          </mc:Choice>
          <mc:Fallback xmlns="">
            <p:pic>
              <p:nvPicPr>
                <p:cNvPr id="4" name="Rokopis 3">
                  <a:extLst>
                    <a:ext uri="{FF2B5EF4-FFF2-40B4-BE49-F238E27FC236}">
                      <a16:creationId xmlns:a16="http://schemas.microsoft.com/office/drawing/2014/main" id="{5E547BBE-ABD9-49EA-BF1F-1ABC2B02355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03978" y="5366945"/>
                  <a:ext cx="1645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Rokopis 10">
                  <a:extLst>
                    <a:ext uri="{FF2B5EF4-FFF2-40B4-BE49-F238E27FC236}">
                      <a16:creationId xmlns:a16="http://schemas.microsoft.com/office/drawing/2014/main" id="{ED0977CC-418F-4E98-848F-872D93F2D9CF}"/>
                    </a:ext>
                  </a:extLst>
                </p14:cNvPr>
                <p14:cNvContentPartPr/>
                <p14:nvPr/>
              </p14:nvContentPartPr>
              <p14:xfrm>
                <a:off x="3085818" y="4432385"/>
                <a:ext cx="958320" cy="1034280"/>
              </p14:xfrm>
            </p:contentPart>
          </mc:Choice>
          <mc:Fallback xmlns="">
            <p:pic>
              <p:nvPicPr>
                <p:cNvPr id="11" name="Rokopis 10">
                  <a:extLst>
                    <a:ext uri="{FF2B5EF4-FFF2-40B4-BE49-F238E27FC236}">
                      <a16:creationId xmlns:a16="http://schemas.microsoft.com/office/drawing/2014/main" id="{ED0977CC-418F-4E98-848F-872D93F2D9C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76818" y="4423385"/>
                  <a:ext cx="975960" cy="10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Rokopis 4">
                  <a:extLst>
                    <a:ext uri="{FF2B5EF4-FFF2-40B4-BE49-F238E27FC236}">
                      <a16:creationId xmlns:a16="http://schemas.microsoft.com/office/drawing/2014/main" id="{89A425DC-2E64-4C67-8F4E-B0E40185BE40}"/>
                    </a:ext>
                  </a:extLst>
                </p14:cNvPr>
                <p14:cNvContentPartPr/>
                <p14:nvPr/>
              </p14:nvContentPartPr>
              <p14:xfrm>
                <a:off x="3323058" y="5054465"/>
                <a:ext cx="182520" cy="30960"/>
              </p14:xfrm>
            </p:contentPart>
          </mc:Choice>
          <mc:Fallback xmlns="">
            <p:pic>
              <p:nvPicPr>
                <p:cNvPr id="5" name="Rokopis 4">
                  <a:extLst>
                    <a:ext uri="{FF2B5EF4-FFF2-40B4-BE49-F238E27FC236}">
                      <a16:creationId xmlns:a16="http://schemas.microsoft.com/office/drawing/2014/main" id="{89A425DC-2E64-4C67-8F4E-B0E40185BE4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14058" y="5045465"/>
                  <a:ext cx="200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Rokopis 5">
                  <a:extLst>
                    <a:ext uri="{FF2B5EF4-FFF2-40B4-BE49-F238E27FC236}">
                      <a16:creationId xmlns:a16="http://schemas.microsoft.com/office/drawing/2014/main" id="{08106FB6-BB6C-40B5-B13D-E12483C298DA}"/>
                    </a:ext>
                  </a:extLst>
                </p14:cNvPr>
                <p14:cNvContentPartPr/>
                <p14:nvPr/>
              </p14:nvContentPartPr>
              <p14:xfrm>
                <a:off x="3477138" y="4995785"/>
                <a:ext cx="97920" cy="125280"/>
              </p14:xfrm>
            </p:contentPart>
          </mc:Choice>
          <mc:Fallback xmlns="">
            <p:pic>
              <p:nvPicPr>
                <p:cNvPr id="6" name="Rokopis 5">
                  <a:extLst>
                    <a:ext uri="{FF2B5EF4-FFF2-40B4-BE49-F238E27FC236}">
                      <a16:creationId xmlns:a16="http://schemas.microsoft.com/office/drawing/2014/main" id="{08106FB6-BB6C-40B5-B13D-E12483C298D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68138" y="4986785"/>
                  <a:ext cx="1155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Rokopis 6">
                  <a:extLst>
                    <a:ext uri="{FF2B5EF4-FFF2-40B4-BE49-F238E27FC236}">
                      <a16:creationId xmlns:a16="http://schemas.microsoft.com/office/drawing/2014/main" id="{78E4CD4D-0B56-4A2B-9F44-873BC3375CA5}"/>
                    </a:ext>
                  </a:extLst>
                </p14:cNvPr>
                <p14:cNvContentPartPr/>
                <p14:nvPr/>
              </p14:nvContentPartPr>
              <p14:xfrm>
                <a:off x="3274458" y="5019905"/>
                <a:ext cx="153720" cy="127440"/>
              </p14:xfrm>
            </p:contentPart>
          </mc:Choice>
          <mc:Fallback xmlns="">
            <p:pic>
              <p:nvPicPr>
                <p:cNvPr id="7" name="Rokopis 6">
                  <a:extLst>
                    <a:ext uri="{FF2B5EF4-FFF2-40B4-BE49-F238E27FC236}">
                      <a16:creationId xmlns:a16="http://schemas.microsoft.com/office/drawing/2014/main" id="{78E4CD4D-0B56-4A2B-9F44-873BC3375CA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65458" y="5010905"/>
                  <a:ext cx="1713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Rokopis 12">
                  <a:extLst>
                    <a:ext uri="{FF2B5EF4-FFF2-40B4-BE49-F238E27FC236}">
                      <a16:creationId xmlns:a16="http://schemas.microsoft.com/office/drawing/2014/main" id="{253807DD-5501-45BD-8C7E-C0766FC2C923}"/>
                    </a:ext>
                  </a:extLst>
                </p14:cNvPr>
                <p14:cNvContentPartPr/>
                <p14:nvPr/>
              </p14:nvContentPartPr>
              <p14:xfrm>
                <a:off x="3059538" y="4082105"/>
                <a:ext cx="61200" cy="628920"/>
              </p14:xfrm>
            </p:contentPart>
          </mc:Choice>
          <mc:Fallback xmlns="">
            <p:pic>
              <p:nvPicPr>
                <p:cNvPr id="13" name="Rokopis 12">
                  <a:extLst>
                    <a:ext uri="{FF2B5EF4-FFF2-40B4-BE49-F238E27FC236}">
                      <a16:creationId xmlns:a16="http://schemas.microsoft.com/office/drawing/2014/main" id="{253807DD-5501-45BD-8C7E-C0766FC2C92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50538" y="4073465"/>
                  <a:ext cx="7884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Rokopis 14">
                  <a:extLst>
                    <a:ext uri="{FF2B5EF4-FFF2-40B4-BE49-F238E27FC236}">
                      <a16:creationId xmlns:a16="http://schemas.microsoft.com/office/drawing/2014/main" id="{5684FCE3-E45C-48AA-9462-4025A08A0342}"/>
                    </a:ext>
                  </a:extLst>
                </p14:cNvPr>
                <p14:cNvContentPartPr/>
                <p14:nvPr/>
              </p14:nvContentPartPr>
              <p14:xfrm>
                <a:off x="2968098" y="4767185"/>
                <a:ext cx="96480" cy="303840"/>
              </p14:xfrm>
            </p:contentPart>
          </mc:Choice>
          <mc:Fallback xmlns="">
            <p:pic>
              <p:nvPicPr>
                <p:cNvPr id="15" name="Rokopis 14">
                  <a:extLst>
                    <a:ext uri="{FF2B5EF4-FFF2-40B4-BE49-F238E27FC236}">
                      <a16:creationId xmlns:a16="http://schemas.microsoft.com/office/drawing/2014/main" id="{5684FCE3-E45C-48AA-9462-4025A08A034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59098" y="4758185"/>
                  <a:ext cx="114120" cy="32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Rokopis 18">
                <a:extLst>
                  <a:ext uri="{FF2B5EF4-FFF2-40B4-BE49-F238E27FC236}">
                    <a16:creationId xmlns:a16="http://schemas.microsoft.com/office/drawing/2014/main" id="{DC2C8BA6-DB5D-462F-89AC-81C2F278CB9A}"/>
                  </a:ext>
                </a:extLst>
              </p14:cNvPr>
              <p14:cNvContentPartPr/>
              <p14:nvPr/>
            </p14:nvContentPartPr>
            <p14:xfrm>
              <a:off x="2807538" y="3314945"/>
              <a:ext cx="308520" cy="1169640"/>
            </p14:xfrm>
          </p:contentPart>
        </mc:Choice>
        <mc:Fallback xmlns="">
          <p:pic>
            <p:nvPicPr>
              <p:cNvPr id="19" name="Rokopis 18">
                <a:extLst>
                  <a:ext uri="{FF2B5EF4-FFF2-40B4-BE49-F238E27FC236}">
                    <a16:creationId xmlns:a16="http://schemas.microsoft.com/office/drawing/2014/main" id="{DC2C8BA6-DB5D-462F-89AC-81C2F278CB9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98538" y="3306305"/>
                <a:ext cx="326160" cy="118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7353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0"/>
            <a:ext cx="7543800" cy="9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l-SI" sz="4400" dirty="0">
                <a:solidFill>
                  <a:schemeClr val="tx1"/>
                </a:solidFill>
                <a:latin typeface="Aharoni" pitchFamily="2" charset="-79"/>
                <a:cs typeface="Aharoni" pitchFamily="2" charset="-79"/>
              </a:rPr>
              <a:t>SISTEM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1" t="7764" r="5690" b="7510"/>
          <a:stretch/>
        </p:blipFill>
        <p:spPr>
          <a:xfrm>
            <a:off x="549797" y="770417"/>
            <a:ext cx="8044406" cy="581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557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0"/>
            <a:ext cx="7543800" cy="9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l-SI" sz="4400" dirty="0">
                <a:latin typeface="Aharoni" pitchFamily="2" charset="-79"/>
                <a:cs typeface="Aharoni" pitchFamily="2" charset="-79"/>
              </a:rPr>
              <a:t>ROBNI POGOJI</a:t>
            </a:r>
          </a:p>
        </p:txBody>
      </p:sp>
      <p:pic>
        <p:nvPicPr>
          <p:cNvPr id="7" name="Picture 6" descr="fiksni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69128" y="2637000"/>
            <a:ext cx="1605744" cy="1584000"/>
          </a:xfrm>
          <a:prstGeom prst="rect">
            <a:avLst/>
          </a:prstGeom>
        </p:spPr>
      </p:pic>
      <p:pic>
        <p:nvPicPr>
          <p:cNvPr id="8" name="Picture 7" descr="periodni.bmp"/>
          <p:cNvPicPr/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13328" y="965911"/>
            <a:ext cx="5199360" cy="489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37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0"/>
            <a:ext cx="7543800" cy="9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l-SI" sz="4400" dirty="0">
                <a:latin typeface="Aharoni" pitchFamily="2" charset="-79"/>
                <a:cs typeface="Aharoni" pitchFamily="2" charset="-79"/>
              </a:rPr>
              <a:t>REDUCIRANE ENOTE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7842441"/>
                  </p:ext>
                </p:extLst>
              </p:nvPr>
            </p:nvGraphicFramePr>
            <p:xfrm>
              <a:off x="581025" y="2420888"/>
              <a:ext cx="7981950" cy="1812507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3195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874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874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874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9737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sl-SI" sz="2800" dirty="0">
                              <a:effectLst/>
                            </a:rPr>
                            <a:t>SI enote</a:t>
                          </a:r>
                          <a:endParaRPr lang="sl-SI" sz="2800" dirty="0">
                            <a:effectLst/>
                            <a:latin typeface="Times New Roman"/>
                            <a:ea typeface="Calibri"/>
                            <a:cs typeface="Calibri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sl-SI" sz="2800" i="1" baseline="0" dirty="0">
                              <a:effectLst/>
                            </a:rPr>
                            <a:t>r </a:t>
                          </a:r>
                          <a:r>
                            <a:rPr lang="sl-SI" sz="2800" dirty="0">
                              <a:effectLst/>
                            </a:rPr>
                            <a:t>[m]</a:t>
                          </a:r>
                          <a:endParaRPr lang="sl-SI" sz="2800" dirty="0">
                            <a:effectLst/>
                            <a:latin typeface="Times New Roman"/>
                            <a:ea typeface="Calibri"/>
                            <a:cs typeface="Calibri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sl-SI" sz="2800" i="1" dirty="0">
                              <a:effectLst/>
                            </a:rPr>
                            <a:t>T</a:t>
                          </a:r>
                          <a:r>
                            <a:rPr lang="sl-SI" sz="2800" dirty="0">
                              <a:effectLst/>
                            </a:rPr>
                            <a:t> [K]</a:t>
                          </a:r>
                          <a:endParaRPr lang="sl-SI" sz="2800" dirty="0">
                            <a:effectLst/>
                            <a:latin typeface="Times New Roman"/>
                            <a:ea typeface="Calibri"/>
                            <a:cs typeface="Calibri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sl-SI" sz="2800" i="1" baseline="0" dirty="0">
                              <a:effectLst/>
                            </a:rPr>
                            <a:t>E</a:t>
                          </a:r>
                          <a:r>
                            <a:rPr lang="sl-SI" sz="2800" baseline="0" dirty="0">
                              <a:effectLst/>
                            </a:rPr>
                            <a:t> </a:t>
                          </a:r>
                          <a:r>
                            <a:rPr lang="sl-SI" sz="2800" dirty="0">
                              <a:effectLst/>
                            </a:rPr>
                            <a:t>[J]</a:t>
                          </a:r>
                          <a:endParaRPr lang="sl-SI" sz="2800" dirty="0">
                            <a:effectLst/>
                            <a:latin typeface="Times New Roman"/>
                            <a:ea typeface="Calibri"/>
                            <a:cs typeface="Calibri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479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sl-SI" sz="2800" dirty="0">
                              <a:effectLst/>
                              <a:latin typeface="Times New Roman"/>
                              <a:ea typeface="Calibri"/>
                              <a:cs typeface="Calibri"/>
                            </a:rPr>
                            <a:t>Reduc.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sl-SI" sz="2800" dirty="0">
                              <a:effectLst/>
                              <a:latin typeface="Times New Roman"/>
                              <a:ea typeface="Calibri"/>
                              <a:cs typeface="Calibri"/>
                            </a:rPr>
                            <a:t>enote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sl-SI" sz="28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sl-SI" sz="2800" b="0" i="1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sl-SI" sz="2800" b="0" i="1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sl-SI" sz="2800" b="0" i="1" smtClean="0">
                                    <a:effectLst/>
                                    <a:latin typeface="Cambria Math"/>
                                    <a:cs typeface="Times New Roman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sl-SI" sz="28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sl-SI" sz="2800" b="0" i="1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sl-SI" sz="2800" b="0" i="0" smtClean="0">
                                        <a:effectLst/>
                                        <a:latin typeface="Cambria Math"/>
                                        <a:ea typeface="Cambria Math"/>
                                        <a:cs typeface="Times New Roman"/>
                                      </a:rPr>
                                      <m:t>σ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sl-SI" sz="2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sl-SI" sz="28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sl-SI" sz="2800" b="0" i="1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sl-SI" sz="2800" b="0" i="1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sl-SI" sz="2800" b="0" i="1" smtClean="0">
                                    <a:effectLst/>
                                    <a:latin typeface="Cambria Math"/>
                                    <a:cs typeface="Times New Roman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sl-SI" sz="28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sl-SI" sz="2800" b="0" i="1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  <m:t>𝑇</m:t>
                                    </m:r>
                                    <m:sSub>
                                      <m:sSubPr>
                                        <m:ctrlPr>
                                          <a:rPr lang="sl-SI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sl-SI" sz="2800" b="0" i="1" smtClean="0">
                                            <a:effectLst/>
                                            <a:latin typeface="Cambria Math"/>
                                            <a:cs typeface="Times New Roman"/>
                                          </a:rPr>
                                          <m:t>𝑘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sl-SI" sz="2800" dirty="0">
                                            <a:effectLst/>
                                            <a:latin typeface="+mn-lt"/>
                                            <a:ea typeface="Calibri"/>
                                            <a:cs typeface="Times New Roman"/>
                                          </a:rPr>
                                          <m:t> 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sl-SI" sz="2800" b="0" i="0" smtClean="0">
                                            <a:effectLst/>
                                            <a:latin typeface="Cambria Math"/>
                                            <a:cs typeface="Times New Roman"/>
                                          </a:rPr>
                                          <m:t>B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sl-SI" sz="2800" b="0" i="1" smtClean="0">
                                        <a:effectLst/>
                                        <a:latin typeface="Cambria Math"/>
                                        <a:ea typeface="Cambria Math"/>
                                        <a:cs typeface="Times New Roman"/>
                                      </a:rPr>
                                      <m:t>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sl-SI" sz="2800" i="1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sl-SI" sz="280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sl-SI" sz="2800" b="0" i="1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p>
                                    <m:r>
                                      <a:rPr lang="sl-SI" sz="2800" b="0" i="1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sl-SI" sz="2800" b="0" i="1" smtClean="0">
                                    <a:effectLst/>
                                    <a:latin typeface="Cambria Math"/>
                                    <a:cs typeface="Times New Roman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sl-SI" sz="28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sl-SI" sz="2800" b="0" i="1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  <m:t>𝐸</m:t>
                                    </m:r>
                                  </m:num>
                                  <m:den>
                                    <m:r>
                                      <a:rPr lang="sl-SI" sz="2800" b="0" i="1" smtClean="0">
                                        <a:effectLst/>
                                        <a:latin typeface="Cambria Math"/>
                                        <a:ea typeface="Cambria Math"/>
                                        <a:cs typeface="Times New Roman"/>
                                      </a:rPr>
                                      <m:t>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sl-SI" sz="2800" dirty="0">
                            <a:effectLst/>
                            <a:latin typeface="Times New Roman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7842441"/>
                  </p:ext>
                </p:extLst>
              </p:nvPr>
            </p:nvGraphicFramePr>
            <p:xfrm>
              <a:off x="581025" y="2420888"/>
              <a:ext cx="7981950" cy="185521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319570"/>
                    <a:gridCol w="1887460"/>
                    <a:gridCol w="1887460"/>
                    <a:gridCol w="1887460"/>
                  </a:tblGrid>
                  <a:tr h="6400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sl-SI" sz="2800" dirty="0">
                              <a:effectLst/>
                            </a:rPr>
                            <a:t>SI enote</a:t>
                          </a:r>
                          <a:endParaRPr lang="sl-SI" sz="2800" dirty="0">
                            <a:effectLst/>
                            <a:latin typeface="Times New Roman"/>
                            <a:ea typeface="Calibri"/>
                            <a:cs typeface="Calibri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sl-SI" sz="2800" i="1" baseline="0" dirty="0" smtClean="0">
                              <a:effectLst/>
                            </a:rPr>
                            <a:t>r </a:t>
                          </a:r>
                          <a:r>
                            <a:rPr lang="sl-SI" sz="2800" dirty="0" smtClean="0">
                              <a:effectLst/>
                            </a:rPr>
                            <a:t>[m]</a:t>
                          </a:r>
                          <a:endParaRPr lang="sl-SI" sz="2800" dirty="0">
                            <a:effectLst/>
                            <a:latin typeface="Times New Roman"/>
                            <a:ea typeface="Calibri"/>
                            <a:cs typeface="Calibri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sl-SI" sz="2800" i="1" dirty="0">
                              <a:effectLst/>
                            </a:rPr>
                            <a:t>T</a:t>
                          </a:r>
                          <a:r>
                            <a:rPr lang="sl-SI" sz="2800" dirty="0">
                              <a:effectLst/>
                            </a:rPr>
                            <a:t> [K]</a:t>
                          </a:r>
                          <a:endParaRPr lang="sl-SI" sz="2800" dirty="0">
                            <a:effectLst/>
                            <a:latin typeface="Times New Roman"/>
                            <a:ea typeface="Calibri"/>
                            <a:cs typeface="Calibri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sl-SI" sz="2800" i="1" baseline="0" dirty="0" smtClean="0">
                              <a:effectLst/>
                            </a:rPr>
                            <a:t>E</a:t>
                          </a:r>
                          <a:r>
                            <a:rPr lang="sl-SI" sz="2800" baseline="0" dirty="0" smtClean="0">
                              <a:effectLst/>
                            </a:rPr>
                            <a:t> </a:t>
                          </a:r>
                          <a:r>
                            <a:rPr lang="sl-SI" sz="2800" dirty="0" smtClean="0">
                              <a:effectLst/>
                            </a:rPr>
                            <a:t>[J]</a:t>
                          </a:r>
                          <a:endParaRPr lang="sl-SI" sz="2800" dirty="0">
                            <a:effectLst/>
                            <a:latin typeface="Times New Roman"/>
                            <a:ea typeface="Calibri"/>
                            <a:cs typeface="Calibri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12151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sl-SI" sz="2800" dirty="0" smtClean="0">
                              <a:effectLst/>
                              <a:latin typeface="Times New Roman"/>
                              <a:ea typeface="Calibri"/>
                              <a:cs typeface="Calibri"/>
                            </a:rPr>
                            <a:t>Reduc.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sl-SI" sz="2800" dirty="0" smtClean="0">
                              <a:effectLst/>
                              <a:latin typeface="Times New Roman"/>
                              <a:ea typeface="Calibri"/>
                              <a:cs typeface="Calibri"/>
                            </a:rPr>
                            <a:t>enote</a:t>
                          </a:r>
                          <a:endParaRPr lang="sl-SI" sz="2800" dirty="0">
                            <a:effectLst/>
                            <a:latin typeface="Times New Roman"/>
                            <a:ea typeface="Calibri"/>
                            <a:cs typeface="Calibri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l-SI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23301" t="-52764" r="-200647" b="-30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l-SI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22581" t="-52764" r="-100000" b="-30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l-SI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22581" t="-52764" b="-301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50611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57698" y="0"/>
            <a:ext cx="3600000" cy="756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GENERIRANJE LEGE DELCEV</a:t>
            </a:r>
          </a:p>
        </p:txBody>
      </p:sp>
    </p:spTree>
    <p:extLst>
      <p:ext uri="{BB962C8B-B14F-4D97-AF65-F5344CB8AC3E}">
        <p14:creationId xmlns:p14="http://schemas.microsoft.com/office/powerpoint/2010/main" val="996824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64895" y="0"/>
            <a:ext cx="741420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sl-SI" sz="4400" b="1" dirty="0">
                <a:latin typeface="Aharoni" pitchFamily="2" charset="-79"/>
                <a:cs typeface="Aharoni" pitchFamily="2" charset="-79"/>
              </a:rPr>
              <a:t>GENERIRANJE LEGE DELCEV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8" y="0"/>
            <a:ext cx="91166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05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57698" y="0"/>
            <a:ext cx="3600000" cy="756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GENERIRANJE LEGE DELCEV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2072" y="1314450"/>
            <a:ext cx="2431255" cy="5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IZRAČUN </a:t>
            </a:r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o</a:t>
            </a:r>
            <a:r>
              <a:rPr lang="sl-SI" sz="2400" b="1" dirty="0"/>
              <a:t>)</a:t>
            </a:r>
            <a:endParaRPr lang="sl-SI" sz="2400" b="1" baseline="-25000" dirty="0"/>
          </a:p>
        </p:txBody>
      </p:sp>
      <p:cxnSp>
        <p:nvCxnSpPr>
          <p:cNvPr id="9" name="Straight Arrow Connector 8"/>
          <p:cNvCxnSpPr>
            <a:stCxn id="2" idx="2"/>
            <a:endCxn id="6" idx="0"/>
          </p:cNvCxnSpPr>
          <p:nvPr/>
        </p:nvCxnSpPr>
        <p:spPr>
          <a:xfrm>
            <a:off x="4457698" y="756000"/>
            <a:ext cx="2" cy="558450"/>
          </a:xfrm>
          <a:prstGeom prst="straightConnector1">
            <a:avLst/>
          </a:prstGeom>
          <a:ln w="47625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0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3" t="10335" r="9323" b="10952"/>
          <a:stretch/>
        </p:blipFill>
        <p:spPr>
          <a:xfrm>
            <a:off x="1265954" y="3972303"/>
            <a:ext cx="2268000" cy="1655207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58882" y="0"/>
            <a:ext cx="7543800" cy="943000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sl-SI" sz="4400" b="1" dirty="0">
                <a:solidFill>
                  <a:schemeClr val="tx1"/>
                </a:solidFill>
                <a:latin typeface="Aharoni" pitchFamily="2" charset="-79"/>
                <a:cs typeface="Aharoni" pitchFamily="2" charset="-79"/>
              </a:rPr>
              <a:t>VEZAVNA ENERGIJA SISTEMA</a:t>
            </a:r>
          </a:p>
        </p:txBody>
      </p:sp>
      <p:sp>
        <p:nvSpPr>
          <p:cNvPr id="4" name="Flowchart: Decision 3"/>
          <p:cNvSpPr/>
          <p:nvPr/>
        </p:nvSpPr>
        <p:spPr>
          <a:xfrm>
            <a:off x="2249257" y="4799907"/>
            <a:ext cx="109959" cy="682906"/>
          </a:xfrm>
          <a:prstGeom prst="flowChartDecisi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Oval 1"/>
          <p:cNvSpPr/>
          <p:nvPr/>
        </p:nvSpPr>
        <p:spPr>
          <a:xfrm>
            <a:off x="2084319" y="4449514"/>
            <a:ext cx="439838" cy="410864"/>
          </a:xfrm>
          <a:prstGeom prst="ellipse">
            <a:avLst/>
          </a:prstGeom>
          <a:gradFill>
            <a:gsLst>
              <a:gs pos="0">
                <a:schemeClr val="accent4">
                  <a:tint val="83000"/>
                  <a:shade val="100000"/>
                  <a:hueMod val="100000"/>
                  <a:satMod val="220000"/>
                  <a:lumMod val="90000"/>
                  <a:alpha val="50000"/>
                </a:schemeClr>
              </a:gs>
              <a:gs pos="76000">
                <a:schemeClr val="accent4">
                  <a:shade val="100000"/>
                  <a:alpha val="52000"/>
                </a:schemeClr>
              </a:gs>
              <a:gs pos="100000">
                <a:schemeClr val="accent4">
                  <a:shade val="93000"/>
                  <a:alpha val="100000"/>
                  <a:satMod val="100000"/>
                  <a:lumMod val="93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3" name="Flowchart: Extract 12"/>
          <p:cNvSpPr/>
          <p:nvPr/>
        </p:nvSpPr>
        <p:spPr>
          <a:xfrm rot="10800000">
            <a:off x="2143740" y="3500940"/>
            <a:ext cx="322840" cy="1201358"/>
          </a:xfrm>
          <a:prstGeom prst="flowChartExtra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1" name="Rectangle 20"/>
          <p:cNvSpPr/>
          <p:nvPr/>
        </p:nvSpPr>
        <p:spPr>
          <a:xfrm>
            <a:off x="1301199" y="1571154"/>
            <a:ext cx="2268853" cy="1929786"/>
          </a:xfrm>
          <a:prstGeom prst="rect">
            <a:avLst/>
          </a:prstGeom>
          <a:solidFill>
            <a:srgbClr val="0070C0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3" t="44429" r="78164" b="42155"/>
          <a:stretch/>
        </p:blipFill>
        <p:spPr>
          <a:xfrm>
            <a:off x="1301198" y="1587473"/>
            <a:ext cx="2330763" cy="1913467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2117661" y="2685506"/>
            <a:ext cx="208925" cy="2298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2222124" y="2819025"/>
            <a:ext cx="1209674" cy="1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1460078" y="1972328"/>
            <a:ext cx="762046" cy="846698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2222124" y="2191353"/>
            <a:ext cx="428577" cy="627672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1460078" y="2819026"/>
            <a:ext cx="762046" cy="539468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384397"/>
              </p:ext>
            </p:extLst>
          </p:nvPr>
        </p:nvGraphicFramePr>
        <p:xfrm>
          <a:off x="4572059" y="1845534"/>
          <a:ext cx="3309478" cy="1655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88840" imgH="444240" progId="Equation.3">
                  <p:embed/>
                </p:oleObj>
              </mc:Choice>
              <mc:Fallback>
                <p:oleObj name="Equation" r:id="rId3" imgW="888840" imgH="444240" progId="Equation.3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59" y="1845534"/>
                        <a:ext cx="3309478" cy="16554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328192"/>
              </p:ext>
            </p:extLst>
          </p:nvPr>
        </p:nvGraphicFramePr>
        <p:xfrm>
          <a:off x="5078413" y="4229100"/>
          <a:ext cx="2601912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98400" imgH="253800" progId="Equation.3">
                  <p:embed/>
                </p:oleObj>
              </mc:Choice>
              <mc:Fallback>
                <p:oleObj name="Equation" r:id="rId5" imgW="698400" imgH="25380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8413" y="4229100"/>
                        <a:ext cx="2601912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6923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57698" y="0"/>
            <a:ext cx="3600000" cy="756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GENERIRANJE LEGE DELCEV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2072" y="1314450"/>
            <a:ext cx="2431255" cy="5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IZRAČUN </a:t>
            </a:r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o</a:t>
            </a:r>
            <a:r>
              <a:rPr lang="sl-SI" sz="2400" b="1" dirty="0"/>
              <a:t>)</a:t>
            </a:r>
            <a:endParaRPr lang="sl-SI" sz="2400" b="1" baseline="-25000" dirty="0"/>
          </a:p>
        </p:txBody>
      </p:sp>
      <p:cxnSp>
        <p:nvCxnSpPr>
          <p:cNvPr id="9" name="Straight Arrow Connector 8"/>
          <p:cNvCxnSpPr>
            <a:stCxn id="2" idx="2"/>
            <a:endCxn id="6" idx="0"/>
          </p:cNvCxnSpPr>
          <p:nvPr/>
        </p:nvCxnSpPr>
        <p:spPr>
          <a:xfrm>
            <a:off x="4457698" y="756000"/>
            <a:ext cx="2" cy="558450"/>
          </a:xfrm>
          <a:prstGeom prst="straightConnector1">
            <a:avLst/>
          </a:prstGeom>
          <a:ln w="47625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619250" y="2371875"/>
            <a:ext cx="5676900" cy="864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NAKLJUČNA IZBIRA DELCA IN GENERIRANJE NOVE LEGE</a:t>
            </a:r>
            <a:endParaRPr lang="sl-SI" sz="2400" b="1" baseline="-25000" dirty="0"/>
          </a:p>
        </p:txBody>
      </p:sp>
      <p:cxnSp>
        <p:nvCxnSpPr>
          <p:cNvPr id="24" name="Straight Arrow Connector 23"/>
          <p:cNvCxnSpPr>
            <a:stCxn id="6" idx="2"/>
            <a:endCxn id="10" idx="0"/>
          </p:cNvCxnSpPr>
          <p:nvPr/>
        </p:nvCxnSpPr>
        <p:spPr>
          <a:xfrm>
            <a:off x="4457700" y="1854450"/>
            <a:ext cx="0" cy="517425"/>
          </a:xfrm>
          <a:prstGeom prst="straightConnector1">
            <a:avLst/>
          </a:prstGeom>
          <a:ln w="47625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242072" y="3715650"/>
            <a:ext cx="2431255" cy="5325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IZRAČUN </a:t>
            </a:r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n</a:t>
            </a:r>
            <a:r>
              <a:rPr lang="sl-SI" sz="2400" b="1" dirty="0"/>
              <a:t>)</a:t>
            </a:r>
            <a:endParaRPr lang="sl-SI" sz="2400" b="1" baseline="-25000" dirty="0"/>
          </a:p>
        </p:txBody>
      </p:sp>
      <p:cxnSp>
        <p:nvCxnSpPr>
          <p:cNvPr id="43" name="Straight Arrow Connector 42"/>
          <p:cNvCxnSpPr>
            <a:stCxn id="10" idx="2"/>
            <a:endCxn id="29" idx="0"/>
          </p:cNvCxnSpPr>
          <p:nvPr/>
        </p:nvCxnSpPr>
        <p:spPr>
          <a:xfrm>
            <a:off x="4457700" y="3235875"/>
            <a:ext cx="0" cy="479775"/>
          </a:xfrm>
          <a:prstGeom prst="straightConnector1">
            <a:avLst/>
          </a:prstGeom>
          <a:ln w="47625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11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65" t="65525" r="48254" b="32552"/>
          <a:stretch/>
        </p:blipFill>
        <p:spPr>
          <a:xfrm>
            <a:off x="2048024" y="1580747"/>
            <a:ext cx="391886" cy="4104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65" t="65525" r="48254" b="32552"/>
          <a:stretch/>
        </p:blipFill>
        <p:spPr>
          <a:xfrm>
            <a:off x="59720" y="-20149"/>
            <a:ext cx="391886" cy="41042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65" t="65525" r="48254" b="32552"/>
          <a:stretch/>
        </p:blipFill>
        <p:spPr>
          <a:xfrm>
            <a:off x="2037892" y="-20890"/>
            <a:ext cx="391886" cy="41042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65" t="65525" r="48254" b="32552"/>
          <a:stretch/>
        </p:blipFill>
        <p:spPr>
          <a:xfrm>
            <a:off x="4077149" y="-20891"/>
            <a:ext cx="391886" cy="41042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65" t="65525" r="48254" b="32552"/>
          <a:stretch/>
        </p:blipFill>
        <p:spPr>
          <a:xfrm>
            <a:off x="69852" y="1581488"/>
            <a:ext cx="391886" cy="41042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65" t="65525" r="48254" b="32552"/>
          <a:stretch/>
        </p:blipFill>
        <p:spPr>
          <a:xfrm>
            <a:off x="4087281" y="1580746"/>
            <a:ext cx="391886" cy="41042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65" t="65525" r="48254" b="32552"/>
          <a:stretch/>
        </p:blipFill>
        <p:spPr>
          <a:xfrm>
            <a:off x="59720" y="3183867"/>
            <a:ext cx="391886" cy="410427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65" t="65525" r="48254" b="32552"/>
          <a:stretch/>
        </p:blipFill>
        <p:spPr>
          <a:xfrm>
            <a:off x="2037892" y="3183126"/>
            <a:ext cx="391886" cy="410427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65" t="65525" r="48254" b="32552"/>
          <a:stretch/>
        </p:blipFill>
        <p:spPr>
          <a:xfrm>
            <a:off x="4077149" y="3183125"/>
            <a:ext cx="391886" cy="410427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1253967" y="795959"/>
            <a:ext cx="1980000" cy="1980000"/>
            <a:chOff x="2037892" y="4088938"/>
            <a:chExt cx="1980000" cy="1980000"/>
          </a:xfrm>
        </p:grpSpPr>
        <p:cxnSp>
          <p:nvCxnSpPr>
            <p:cNvPr id="3" name="Straight Arrow Connector 2"/>
            <p:cNvCxnSpPr>
              <a:endCxn id="7" idx="6"/>
            </p:cNvCxnSpPr>
            <p:nvPr/>
          </p:nvCxnSpPr>
          <p:spPr>
            <a:xfrm>
              <a:off x="3014443" y="5078197"/>
              <a:ext cx="1003449" cy="741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8387138"/>
                </p:ext>
              </p:extLst>
            </p:nvPr>
          </p:nvGraphicFramePr>
          <p:xfrm>
            <a:off x="3303531" y="4563002"/>
            <a:ext cx="425271" cy="5025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9680" imgH="164880" progId="Equation.3">
                    <p:embed/>
                  </p:oleObj>
                </mc:Choice>
                <mc:Fallback>
                  <p:oleObj name="Equation" r:id="rId3" imgW="139680" imgH="164880" progId="Equation.3">
                    <p:embed/>
                    <p:pic>
                      <p:nvPicPr>
                        <p:cNvPr id="4" name="Object 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303531" y="4563002"/>
                          <a:ext cx="425271" cy="50259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Oval 6"/>
            <p:cNvSpPr/>
            <p:nvPr/>
          </p:nvSpPr>
          <p:spPr>
            <a:xfrm>
              <a:off x="2037892" y="4088938"/>
              <a:ext cx="1980000" cy="1980000"/>
            </a:xfrm>
            <a:prstGeom prst="ellipse">
              <a:avLst/>
            </a:prstGeom>
            <a:solidFill>
              <a:srgbClr val="00B050">
                <a:alpha val="6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</p:grpSp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65" t="65525" r="48254" b="32552"/>
          <a:stretch/>
        </p:blipFill>
        <p:spPr>
          <a:xfrm>
            <a:off x="1679545" y="1119940"/>
            <a:ext cx="391886" cy="410427"/>
          </a:xfrm>
          <a:prstGeom prst="rect">
            <a:avLst/>
          </a:prstGeom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946919"/>
              </p:ext>
            </p:extLst>
          </p:nvPr>
        </p:nvGraphicFramePr>
        <p:xfrm>
          <a:off x="5271248" y="1786701"/>
          <a:ext cx="3309938" cy="165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88840" imgH="444240" progId="Equation.3">
                  <p:embed/>
                </p:oleObj>
              </mc:Choice>
              <mc:Fallback>
                <p:oleObj name="Equation" r:id="rId5" imgW="888840" imgH="44424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1248" y="1786701"/>
                        <a:ext cx="3309938" cy="165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892554"/>
              </p:ext>
            </p:extLst>
          </p:nvPr>
        </p:nvGraphicFramePr>
        <p:xfrm>
          <a:off x="5777661" y="4169538"/>
          <a:ext cx="2601912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98400" imgH="253800" progId="Equation.3">
                  <p:embed/>
                </p:oleObj>
              </mc:Choice>
              <mc:Fallback>
                <p:oleObj name="Equation" r:id="rId7" imgW="698400" imgH="25380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7661" y="4169538"/>
                        <a:ext cx="2601912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328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57698" y="0"/>
            <a:ext cx="3600000" cy="756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GENERIRANJE LEGE DELCEV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2072" y="1314450"/>
            <a:ext cx="2431255" cy="5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IZRAČUN </a:t>
            </a:r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o</a:t>
            </a:r>
            <a:r>
              <a:rPr lang="sl-SI" sz="2400" b="1" dirty="0"/>
              <a:t>)</a:t>
            </a:r>
            <a:endParaRPr lang="sl-SI" sz="2400" b="1" baseline="-25000" dirty="0"/>
          </a:p>
        </p:txBody>
      </p:sp>
      <p:cxnSp>
        <p:nvCxnSpPr>
          <p:cNvPr id="9" name="Straight Arrow Connector 8"/>
          <p:cNvCxnSpPr>
            <a:stCxn id="2" idx="2"/>
            <a:endCxn id="6" idx="0"/>
          </p:cNvCxnSpPr>
          <p:nvPr/>
        </p:nvCxnSpPr>
        <p:spPr>
          <a:xfrm>
            <a:off x="4457698" y="756000"/>
            <a:ext cx="2" cy="558450"/>
          </a:xfrm>
          <a:prstGeom prst="straightConnector1">
            <a:avLst/>
          </a:prstGeom>
          <a:ln w="47625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619250" y="2371875"/>
            <a:ext cx="5676900" cy="864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NAKLJUČNA IZBIRA DELCA IN GENERIRANJE NOVE LEGE</a:t>
            </a:r>
            <a:endParaRPr lang="sl-SI" sz="2400" b="1" baseline="-25000" dirty="0"/>
          </a:p>
        </p:txBody>
      </p:sp>
      <p:cxnSp>
        <p:nvCxnSpPr>
          <p:cNvPr id="24" name="Straight Arrow Connector 23"/>
          <p:cNvCxnSpPr>
            <a:stCxn id="6" idx="2"/>
            <a:endCxn id="10" idx="0"/>
          </p:cNvCxnSpPr>
          <p:nvPr/>
        </p:nvCxnSpPr>
        <p:spPr>
          <a:xfrm>
            <a:off x="4457700" y="1854450"/>
            <a:ext cx="0" cy="517425"/>
          </a:xfrm>
          <a:prstGeom prst="straightConnector1">
            <a:avLst/>
          </a:prstGeom>
          <a:ln w="47625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242072" y="3715650"/>
            <a:ext cx="2431256" cy="5325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IZRACUN </a:t>
            </a:r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n</a:t>
            </a:r>
            <a:r>
              <a:rPr lang="sl-SI" sz="2400" b="1" dirty="0"/>
              <a:t>)</a:t>
            </a:r>
            <a:endParaRPr lang="sl-SI" sz="2400" b="1" baseline="-25000" dirty="0"/>
          </a:p>
        </p:txBody>
      </p:sp>
      <p:cxnSp>
        <p:nvCxnSpPr>
          <p:cNvPr id="43" name="Straight Arrow Connector 42"/>
          <p:cNvCxnSpPr>
            <a:stCxn id="10" idx="2"/>
            <a:endCxn id="29" idx="0"/>
          </p:cNvCxnSpPr>
          <p:nvPr/>
        </p:nvCxnSpPr>
        <p:spPr>
          <a:xfrm>
            <a:off x="4457700" y="3235875"/>
            <a:ext cx="0" cy="479775"/>
          </a:xfrm>
          <a:prstGeom prst="straightConnector1">
            <a:avLst/>
          </a:prstGeom>
          <a:ln w="47625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lowchart: Decision 45"/>
          <p:cNvSpPr/>
          <p:nvPr/>
        </p:nvSpPr>
        <p:spPr>
          <a:xfrm>
            <a:off x="3242071" y="4668148"/>
            <a:ext cx="2431255" cy="1637402"/>
          </a:xfrm>
          <a:prstGeom prst="flowChartDecisi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cxnSp>
        <p:nvCxnSpPr>
          <p:cNvPr id="47" name="Straight Arrow Connector 46"/>
          <p:cNvCxnSpPr>
            <a:stCxn id="29" idx="2"/>
            <a:endCxn id="46" idx="0"/>
          </p:cNvCxnSpPr>
          <p:nvPr/>
        </p:nvCxnSpPr>
        <p:spPr>
          <a:xfrm flipH="1">
            <a:off x="4457699" y="4248150"/>
            <a:ext cx="1" cy="419998"/>
          </a:xfrm>
          <a:prstGeom prst="straightConnector1">
            <a:avLst/>
          </a:prstGeom>
          <a:ln w="47625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3525393" y="5256017"/>
            <a:ext cx="18646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n</a:t>
            </a:r>
            <a:r>
              <a:rPr lang="sl-SI" sz="2400" b="1" dirty="0"/>
              <a:t>) &lt; </a:t>
            </a:r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o</a:t>
            </a:r>
            <a:r>
              <a:rPr lang="sl-SI" sz="2400" b="1" dirty="0"/>
              <a:t>)</a:t>
            </a:r>
            <a:endParaRPr lang="sl-SI" sz="2400" b="1" baseline="-25000" dirty="0"/>
          </a:p>
        </p:txBody>
      </p:sp>
      <p:sp>
        <p:nvSpPr>
          <p:cNvPr id="54" name="Rectangle 53"/>
          <p:cNvSpPr/>
          <p:nvPr/>
        </p:nvSpPr>
        <p:spPr>
          <a:xfrm>
            <a:off x="176213" y="4058550"/>
            <a:ext cx="1938337" cy="5325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o</a:t>
            </a:r>
            <a:r>
              <a:rPr lang="sl-SI" sz="2400" b="1" dirty="0"/>
              <a:t>) = </a:t>
            </a:r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n</a:t>
            </a:r>
            <a:r>
              <a:rPr lang="sl-SI" sz="2400" b="1" dirty="0"/>
              <a:t>)</a:t>
            </a:r>
            <a:endParaRPr lang="sl-SI" sz="2400" b="1" baseline="-25000" dirty="0"/>
          </a:p>
        </p:txBody>
      </p:sp>
      <p:cxnSp>
        <p:nvCxnSpPr>
          <p:cNvPr id="65" name="Elbow Connector 64"/>
          <p:cNvCxnSpPr>
            <a:stCxn id="54" idx="0"/>
            <a:endCxn id="10" idx="1"/>
          </p:cNvCxnSpPr>
          <p:nvPr/>
        </p:nvCxnSpPr>
        <p:spPr>
          <a:xfrm rot="5400000" flipH="1" flipV="1">
            <a:off x="754979" y="3194279"/>
            <a:ext cx="1254675" cy="473868"/>
          </a:xfrm>
          <a:prstGeom prst="bentConnector2">
            <a:avLst/>
          </a:prstGeom>
          <a:ln w="5080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2611770" y="5101836"/>
            <a:ext cx="6303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l-SI" sz="2400" b="1" dirty="0"/>
              <a:t>DA</a:t>
            </a:r>
            <a:endParaRPr lang="sl-SI" sz="2400" b="1" baseline="-25000" dirty="0"/>
          </a:p>
        </p:txBody>
      </p:sp>
      <p:cxnSp>
        <p:nvCxnSpPr>
          <p:cNvPr id="32" name="Elbow Connector 31"/>
          <p:cNvCxnSpPr>
            <a:stCxn id="46" idx="1"/>
            <a:endCxn id="54" idx="2"/>
          </p:cNvCxnSpPr>
          <p:nvPr/>
        </p:nvCxnSpPr>
        <p:spPr>
          <a:xfrm rot="10800000">
            <a:off x="1145383" y="4591051"/>
            <a:ext cx="2096689" cy="895799"/>
          </a:xfrm>
          <a:prstGeom prst="bentConnector2">
            <a:avLst/>
          </a:prstGeom>
          <a:ln w="5080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00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000"/>
                            </p:stCondLst>
                            <p:childTnLst>
                              <p:par>
                                <p:cTn id="24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0"/>
                            </p:stCondLst>
                            <p:childTnLst>
                              <p:par>
                                <p:cTn id="2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0" grpId="0"/>
      <p:bldP spid="54" grpId="0" animBg="1"/>
      <p:bldP spid="10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57698" y="0"/>
            <a:ext cx="3600000" cy="756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GENERIRANJE LEGE DELCEV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2072" y="1314450"/>
            <a:ext cx="2431255" cy="5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IZRAČUN </a:t>
            </a:r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o</a:t>
            </a:r>
            <a:r>
              <a:rPr lang="sl-SI" sz="2400" b="1" dirty="0"/>
              <a:t>)</a:t>
            </a:r>
            <a:endParaRPr lang="sl-SI" sz="2400" b="1" baseline="-25000" dirty="0"/>
          </a:p>
        </p:txBody>
      </p:sp>
      <p:cxnSp>
        <p:nvCxnSpPr>
          <p:cNvPr id="9" name="Straight Arrow Connector 8"/>
          <p:cNvCxnSpPr>
            <a:stCxn id="2" idx="2"/>
            <a:endCxn id="6" idx="0"/>
          </p:cNvCxnSpPr>
          <p:nvPr/>
        </p:nvCxnSpPr>
        <p:spPr>
          <a:xfrm>
            <a:off x="4457698" y="756000"/>
            <a:ext cx="2" cy="558450"/>
          </a:xfrm>
          <a:prstGeom prst="straightConnector1">
            <a:avLst/>
          </a:prstGeom>
          <a:ln w="47625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619250" y="2371875"/>
            <a:ext cx="5676900" cy="864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NAKLJUČNA IZBIRA DELCA IN GENERIRANJE NOVE LEGE</a:t>
            </a:r>
            <a:endParaRPr lang="sl-SI" sz="2400" b="1" baseline="-25000" dirty="0"/>
          </a:p>
        </p:txBody>
      </p:sp>
      <p:cxnSp>
        <p:nvCxnSpPr>
          <p:cNvPr id="24" name="Straight Arrow Connector 23"/>
          <p:cNvCxnSpPr>
            <a:stCxn id="6" idx="2"/>
            <a:endCxn id="10" idx="0"/>
          </p:cNvCxnSpPr>
          <p:nvPr/>
        </p:nvCxnSpPr>
        <p:spPr>
          <a:xfrm>
            <a:off x="4457700" y="1854450"/>
            <a:ext cx="0" cy="517425"/>
          </a:xfrm>
          <a:prstGeom prst="straightConnector1">
            <a:avLst/>
          </a:prstGeom>
          <a:ln w="47625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242072" y="3715650"/>
            <a:ext cx="2431256" cy="5325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IZRACUN </a:t>
            </a:r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n</a:t>
            </a:r>
            <a:r>
              <a:rPr lang="sl-SI" sz="2400" b="1" dirty="0"/>
              <a:t>)</a:t>
            </a:r>
            <a:endParaRPr lang="sl-SI" sz="2400" b="1" baseline="-25000" dirty="0"/>
          </a:p>
        </p:txBody>
      </p:sp>
      <p:cxnSp>
        <p:nvCxnSpPr>
          <p:cNvPr id="43" name="Straight Arrow Connector 42"/>
          <p:cNvCxnSpPr>
            <a:stCxn id="10" idx="2"/>
            <a:endCxn id="29" idx="0"/>
          </p:cNvCxnSpPr>
          <p:nvPr/>
        </p:nvCxnSpPr>
        <p:spPr>
          <a:xfrm>
            <a:off x="4457700" y="3235875"/>
            <a:ext cx="0" cy="479775"/>
          </a:xfrm>
          <a:prstGeom prst="straightConnector1">
            <a:avLst/>
          </a:prstGeom>
          <a:ln w="47625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lowchart: Decision 45"/>
          <p:cNvSpPr/>
          <p:nvPr/>
        </p:nvSpPr>
        <p:spPr>
          <a:xfrm>
            <a:off x="3242071" y="4668148"/>
            <a:ext cx="2431255" cy="1637402"/>
          </a:xfrm>
          <a:prstGeom prst="flowChartDecisi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cxnSp>
        <p:nvCxnSpPr>
          <p:cNvPr id="47" name="Straight Arrow Connector 46"/>
          <p:cNvCxnSpPr>
            <a:stCxn id="29" idx="2"/>
            <a:endCxn id="46" idx="0"/>
          </p:cNvCxnSpPr>
          <p:nvPr/>
        </p:nvCxnSpPr>
        <p:spPr>
          <a:xfrm flipH="1">
            <a:off x="4457699" y="4248150"/>
            <a:ext cx="1" cy="419998"/>
          </a:xfrm>
          <a:prstGeom prst="straightConnector1">
            <a:avLst/>
          </a:prstGeom>
          <a:ln w="47625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3525393" y="5256017"/>
            <a:ext cx="18646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n</a:t>
            </a:r>
            <a:r>
              <a:rPr lang="sl-SI" sz="2400" b="1" dirty="0"/>
              <a:t>) &lt; </a:t>
            </a:r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o</a:t>
            </a:r>
            <a:r>
              <a:rPr lang="sl-SI" sz="2400" b="1" dirty="0"/>
              <a:t>)</a:t>
            </a:r>
            <a:endParaRPr lang="sl-SI" sz="2400" b="1" baseline="-25000" dirty="0"/>
          </a:p>
        </p:txBody>
      </p:sp>
      <p:sp>
        <p:nvSpPr>
          <p:cNvPr id="54" name="Rectangle 53"/>
          <p:cNvSpPr/>
          <p:nvPr/>
        </p:nvSpPr>
        <p:spPr>
          <a:xfrm>
            <a:off x="176213" y="4058550"/>
            <a:ext cx="1938337" cy="532500"/>
          </a:xfrm>
          <a:prstGeom prst="rect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i="1" dirty="0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sl-SI" sz="2400" b="1" baseline="30000" dirty="0">
                <a:solidFill>
                  <a:schemeClr val="bg2">
                    <a:lumMod val="50000"/>
                  </a:schemeClr>
                </a:solidFill>
              </a:rPr>
              <a:t>*</a:t>
            </a:r>
            <a:r>
              <a:rPr lang="sl-SI" sz="2400" b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sl-SI" sz="2400" b="1" i="1" dirty="0">
                <a:solidFill>
                  <a:schemeClr val="bg2">
                    <a:lumMod val="50000"/>
                  </a:schemeClr>
                </a:solidFill>
              </a:rPr>
              <a:t>o</a:t>
            </a:r>
            <a:r>
              <a:rPr lang="sl-SI" sz="2400" b="1" dirty="0">
                <a:solidFill>
                  <a:schemeClr val="bg2">
                    <a:lumMod val="50000"/>
                  </a:schemeClr>
                </a:solidFill>
              </a:rPr>
              <a:t>) = </a:t>
            </a:r>
            <a:r>
              <a:rPr lang="sl-SI" sz="2400" b="1" i="1" dirty="0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sl-SI" sz="2400" b="1" baseline="30000" dirty="0">
                <a:solidFill>
                  <a:schemeClr val="bg2">
                    <a:lumMod val="50000"/>
                  </a:schemeClr>
                </a:solidFill>
              </a:rPr>
              <a:t>*</a:t>
            </a:r>
            <a:r>
              <a:rPr lang="sl-SI" sz="2400" b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sl-SI" sz="2400" b="1" i="1" dirty="0">
                <a:solidFill>
                  <a:schemeClr val="bg2">
                    <a:lumMod val="50000"/>
                  </a:schemeClr>
                </a:solidFill>
              </a:rPr>
              <a:t>n</a:t>
            </a:r>
            <a:r>
              <a:rPr lang="sl-SI" sz="2400" b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sl-SI" sz="2400" b="1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62" name="Straight Arrow Connector 61"/>
          <p:cNvCxnSpPr>
            <a:stCxn id="46" idx="3"/>
          </p:cNvCxnSpPr>
          <p:nvPr/>
        </p:nvCxnSpPr>
        <p:spPr>
          <a:xfrm>
            <a:off x="5673326" y="5486849"/>
            <a:ext cx="896092" cy="225"/>
          </a:xfrm>
          <a:prstGeom prst="straightConnector1">
            <a:avLst/>
          </a:prstGeom>
          <a:ln w="4762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>
            <a:stCxn id="54" idx="0"/>
            <a:endCxn id="10" idx="1"/>
          </p:cNvCxnSpPr>
          <p:nvPr/>
        </p:nvCxnSpPr>
        <p:spPr>
          <a:xfrm rot="5400000" flipH="1" flipV="1">
            <a:off x="754979" y="3194279"/>
            <a:ext cx="1254675" cy="473868"/>
          </a:xfrm>
          <a:prstGeom prst="bentConnector2">
            <a:avLst/>
          </a:prstGeom>
          <a:ln w="50800">
            <a:solidFill>
              <a:schemeClr val="tx2">
                <a:lumMod val="50000"/>
                <a:lumOff val="5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2611770" y="5101836"/>
            <a:ext cx="63030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sl-SI" sz="2400" b="1" dirty="0">
                <a:solidFill>
                  <a:schemeClr val="bg2">
                    <a:lumMod val="75000"/>
                  </a:schemeClr>
                </a:solidFill>
              </a:rPr>
              <a:t>DA</a:t>
            </a:r>
            <a:endParaRPr lang="sl-SI" sz="2400" b="1" baseline="-25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5768578" y="5096325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l-SI" sz="2400" b="1" dirty="0"/>
              <a:t>NE</a:t>
            </a:r>
            <a:endParaRPr lang="sl-SI" sz="2400" b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6708557" y="5207017"/>
                <a:ext cx="3289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400" b="1" i="0" smtClean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sl-SI" sz="2400" b="1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557" y="5207017"/>
                <a:ext cx="328936" cy="461665"/>
              </a:xfrm>
              <a:prstGeom prst="rect">
                <a:avLst/>
              </a:prstGeom>
              <a:blipFill rotWithShape="1">
                <a:blip r:embed="rId3"/>
                <a:stretch>
                  <a:fillRect t="-10526" r="-42593" b="-28947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Elbow Connector 30"/>
          <p:cNvCxnSpPr>
            <a:stCxn id="46" idx="1"/>
            <a:endCxn id="54" idx="2"/>
          </p:cNvCxnSpPr>
          <p:nvPr/>
        </p:nvCxnSpPr>
        <p:spPr>
          <a:xfrm rot="10800000">
            <a:off x="1145383" y="4591051"/>
            <a:ext cx="2096689" cy="895799"/>
          </a:xfrm>
          <a:prstGeom prst="bentConnector2">
            <a:avLst/>
          </a:prstGeom>
          <a:ln w="50800">
            <a:solidFill>
              <a:schemeClr val="tx2">
                <a:lumMod val="50000"/>
                <a:lumOff val="5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708557" y="5254236"/>
            <a:ext cx="338554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sl-SI" sz="2400" b="1" dirty="0"/>
              <a:t>?</a:t>
            </a:r>
            <a:endParaRPr lang="sl-SI" sz="2400" b="1" baseline="-25000" dirty="0"/>
          </a:p>
        </p:txBody>
      </p:sp>
    </p:spTree>
    <p:extLst>
      <p:ext uri="{BB962C8B-B14F-4D97-AF65-F5344CB8AC3E}">
        <p14:creationId xmlns:p14="http://schemas.microsoft.com/office/powerpoint/2010/main" val="902072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658882" y="0"/>
            <a:ext cx="7543800" cy="943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2500"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686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4592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90195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9456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468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sl-SI" sz="4400" b="1" dirty="0">
                <a:solidFill>
                  <a:schemeClr val="tx1"/>
                </a:solidFill>
                <a:latin typeface="Aharoni" pitchFamily="2" charset="-79"/>
                <a:cs typeface="Aharoni" pitchFamily="2" charset="-79"/>
              </a:rPr>
              <a:t>METROPOLISOV ALGORITEM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424926"/>
              </p:ext>
            </p:extLst>
          </p:nvPr>
        </p:nvGraphicFramePr>
        <p:xfrm>
          <a:off x="144923" y="1073969"/>
          <a:ext cx="49942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203040" progId="Equation.3">
                  <p:embed/>
                </p:oleObj>
              </mc:Choice>
              <mc:Fallback>
                <p:oleObj name="Equation" r:id="rId2" imgW="1942920" imgH="20304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23" y="1073969"/>
                        <a:ext cx="499427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796813"/>
              </p:ext>
            </p:extLst>
          </p:nvPr>
        </p:nvGraphicFramePr>
        <p:xfrm>
          <a:off x="29496" y="2777050"/>
          <a:ext cx="195897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760" imgH="228600" progId="Equation.3">
                  <p:embed/>
                </p:oleObj>
              </mc:Choice>
              <mc:Fallback>
                <p:oleObj name="Equation" r:id="rId4" imgW="761760" imgH="2286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6" y="2777050"/>
                        <a:ext cx="1958975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triped Right Arrow 9"/>
          <p:cNvSpPr/>
          <p:nvPr/>
        </p:nvSpPr>
        <p:spPr>
          <a:xfrm rot="5400000">
            <a:off x="315895" y="1829746"/>
            <a:ext cx="1055363" cy="665519"/>
          </a:xfrm>
          <a:prstGeom prst="stripedRightArrow">
            <a:avLst>
              <a:gd name="adj1" fmla="val 34616"/>
              <a:gd name="adj2" fmla="val 61282"/>
            </a:avLst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419564"/>
              </p:ext>
            </p:extLst>
          </p:nvPr>
        </p:nvGraphicFramePr>
        <p:xfrm>
          <a:off x="102503" y="5680476"/>
          <a:ext cx="1482149" cy="956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480" imgH="253800" progId="Equation.3">
                  <p:embed/>
                </p:oleObj>
              </mc:Choice>
              <mc:Fallback>
                <p:oleObj name="Equation" r:id="rId6" imgW="393480" imgH="253800" progId="Equation.3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03" y="5680476"/>
                        <a:ext cx="1482149" cy="9562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206" y="2286000"/>
            <a:ext cx="6638794" cy="4572000"/>
          </a:xfrm>
          <a:prstGeom prst="rect">
            <a:avLst/>
          </a:prstGeom>
        </p:spPr>
      </p:pic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998172"/>
              </p:ext>
            </p:extLst>
          </p:nvPr>
        </p:nvGraphicFramePr>
        <p:xfrm>
          <a:off x="132736" y="4917024"/>
          <a:ext cx="1795462" cy="492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98400" imgH="203040" progId="Equation.3">
                  <p:embed/>
                </p:oleObj>
              </mc:Choice>
              <mc:Fallback>
                <p:oleObj name="Equation" r:id="rId9" imgW="698400" imgH="203040" progId="Equation.3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36" y="4917024"/>
                        <a:ext cx="1795462" cy="4922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57894"/>
              </p:ext>
            </p:extLst>
          </p:nvPr>
        </p:nvGraphicFramePr>
        <p:xfrm>
          <a:off x="0" y="3524864"/>
          <a:ext cx="2949677" cy="825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14400" imgH="203040" progId="Equation.3">
                  <p:embed/>
                </p:oleObj>
              </mc:Choice>
              <mc:Fallback>
                <p:oleObj name="Equation" r:id="rId11" imgW="914400" imgH="203040" progId="Equation.3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0" y="3524864"/>
                        <a:ext cx="2949677" cy="8259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3589020" y="3802380"/>
            <a:ext cx="4884420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07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57698" y="0"/>
            <a:ext cx="3600000" cy="756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GENERIRANJE LEGE DELCEV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2072" y="1314450"/>
            <a:ext cx="2431255" cy="5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IZRAČUN </a:t>
            </a:r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o</a:t>
            </a:r>
            <a:r>
              <a:rPr lang="sl-SI" sz="2400" b="1" dirty="0"/>
              <a:t>)</a:t>
            </a:r>
            <a:endParaRPr lang="sl-SI" sz="2400" b="1" baseline="-25000" dirty="0"/>
          </a:p>
        </p:txBody>
      </p:sp>
      <p:cxnSp>
        <p:nvCxnSpPr>
          <p:cNvPr id="9" name="Straight Arrow Connector 8"/>
          <p:cNvCxnSpPr>
            <a:stCxn id="2" idx="2"/>
            <a:endCxn id="6" idx="0"/>
          </p:cNvCxnSpPr>
          <p:nvPr/>
        </p:nvCxnSpPr>
        <p:spPr>
          <a:xfrm>
            <a:off x="4457698" y="756000"/>
            <a:ext cx="2" cy="558450"/>
          </a:xfrm>
          <a:prstGeom prst="straightConnector1">
            <a:avLst/>
          </a:prstGeom>
          <a:ln w="47625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619250" y="2371875"/>
            <a:ext cx="5676900" cy="864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NAKLJUČNA IZBIRA DELCA IN GENERIRANJE NOVE LEGE</a:t>
            </a:r>
            <a:endParaRPr lang="sl-SI" sz="2400" b="1" baseline="-25000" dirty="0"/>
          </a:p>
        </p:txBody>
      </p:sp>
      <p:cxnSp>
        <p:nvCxnSpPr>
          <p:cNvPr id="24" name="Straight Arrow Connector 23"/>
          <p:cNvCxnSpPr>
            <a:stCxn id="6" idx="2"/>
            <a:endCxn id="10" idx="0"/>
          </p:cNvCxnSpPr>
          <p:nvPr/>
        </p:nvCxnSpPr>
        <p:spPr>
          <a:xfrm>
            <a:off x="4457700" y="1854450"/>
            <a:ext cx="0" cy="517425"/>
          </a:xfrm>
          <a:prstGeom prst="straightConnector1">
            <a:avLst/>
          </a:prstGeom>
          <a:ln w="47625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242072" y="3715650"/>
            <a:ext cx="2431256" cy="5325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dirty="0"/>
              <a:t>IZRAČUN </a:t>
            </a:r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n</a:t>
            </a:r>
            <a:r>
              <a:rPr lang="sl-SI" sz="2400" b="1" dirty="0"/>
              <a:t>)</a:t>
            </a:r>
            <a:endParaRPr lang="sl-SI" sz="2400" b="1" baseline="-25000" dirty="0"/>
          </a:p>
        </p:txBody>
      </p:sp>
      <p:cxnSp>
        <p:nvCxnSpPr>
          <p:cNvPr id="43" name="Straight Arrow Connector 42"/>
          <p:cNvCxnSpPr>
            <a:stCxn id="10" idx="2"/>
            <a:endCxn id="29" idx="0"/>
          </p:cNvCxnSpPr>
          <p:nvPr/>
        </p:nvCxnSpPr>
        <p:spPr>
          <a:xfrm>
            <a:off x="4457700" y="3235875"/>
            <a:ext cx="0" cy="479775"/>
          </a:xfrm>
          <a:prstGeom prst="straightConnector1">
            <a:avLst/>
          </a:prstGeom>
          <a:ln w="47625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lowchart: Decision 45"/>
          <p:cNvSpPr/>
          <p:nvPr/>
        </p:nvSpPr>
        <p:spPr>
          <a:xfrm>
            <a:off x="3242071" y="4668148"/>
            <a:ext cx="2431255" cy="1637402"/>
          </a:xfrm>
          <a:prstGeom prst="flowChartDecisi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cxnSp>
        <p:nvCxnSpPr>
          <p:cNvPr id="47" name="Straight Arrow Connector 46"/>
          <p:cNvCxnSpPr>
            <a:stCxn id="29" idx="2"/>
            <a:endCxn id="46" idx="0"/>
          </p:cNvCxnSpPr>
          <p:nvPr/>
        </p:nvCxnSpPr>
        <p:spPr>
          <a:xfrm flipH="1">
            <a:off x="4457699" y="4248150"/>
            <a:ext cx="1" cy="419998"/>
          </a:xfrm>
          <a:prstGeom prst="straightConnector1">
            <a:avLst/>
          </a:prstGeom>
          <a:ln w="47625">
            <a:solidFill>
              <a:srgbClr val="0070C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3525393" y="5256017"/>
            <a:ext cx="18646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n</a:t>
            </a:r>
            <a:r>
              <a:rPr lang="sl-SI" sz="2400" b="1" dirty="0"/>
              <a:t>) &lt; </a:t>
            </a:r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o</a:t>
            </a:r>
            <a:r>
              <a:rPr lang="sl-SI" sz="2400" b="1" dirty="0"/>
              <a:t>)</a:t>
            </a:r>
            <a:endParaRPr lang="sl-SI" sz="2400" b="1" baseline="-25000" dirty="0"/>
          </a:p>
        </p:txBody>
      </p:sp>
      <p:sp>
        <p:nvSpPr>
          <p:cNvPr id="54" name="Rectangle 53"/>
          <p:cNvSpPr/>
          <p:nvPr/>
        </p:nvSpPr>
        <p:spPr>
          <a:xfrm>
            <a:off x="176213" y="4058550"/>
            <a:ext cx="1938337" cy="5325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o</a:t>
            </a:r>
            <a:r>
              <a:rPr lang="sl-SI" sz="2400" b="1" dirty="0"/>
              <a:t>) = </a:t>
            </a:r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n</a:t>
            </a:r>
            <a:r>
              <a:rPr lang="sl-SI" sz="2400" b="1" dirty="0"/>
              <a:t>)</a:t>
            </a:r>
            <a:endParaRPr lang="sl-SI" sz="2400" b="1" baseline="-25000" dirty="0"/>
          </a:p>
        </p:txBody>
      </p:sp>
      <p:cxnSp>
        <p:nvCxnSpPr>
          <p:cNvPr id="60" name="Elbow Connector 59"/>
          <p:cNvCxnSpPr>
            <a:endCxn id="54" idx="2"/>
          </p:cNvCxnSpPr>
          <p:nvPr/>
        </p:nvCxnSpPr>
        <p:spPr>
          <a:xfrm rot="5400000" flipH="1" flipV="1">
            <a:off x="659157" y="5077275"/>
            <a:ext cx="972449" cy="1"/>
          </a:xfrm>
          <a:prstGeom prst="bentConnector3">
            <a:avLst>
              <a:gd name="adj1" fmla="val 50000"/>
            </a:avLst>
          </a:prstGeom>
          <a:ln w="5080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lowchart: Decision 60"/>
          <p:cNvSpPr/>
          <p:nvPr/>
        </p:nvSpPr>
        <p:spPr>
          <a:xfrm>
            <a:off x="6569418" y="4668148"/>
            <a:ext cx="2431255" cy="1637851"/>
          </a:xfrm>
          <a:prstGeom prst="flowChartDecisi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 dirty="0"/>
          </a:p>
        </p:txBody>
      </p:sp>
      <p:cxnSp>
        <p:nvCxnSpPr>
          <p:cNvPr id="62" name="Straight Arrow Connector 61"/>
          <p:cNvCxnSpPr>
            <a:stCxn id="46" idx="3"/>
            <a:endCxn id="61" idx="1"/>
          </p:cNvCxnSpPr>
          <p:nvPr/>
        </p:nvCxnSpPr>
        <p:spPr>
          <a:xfrm>
            <a:off x="5673326" y="5486849"/>
            <a:ext cx="896092" cy="225"/>
          </a:xfrm>
          <a:prstGeom prst="straightConnector1">
            <a:avLst/>
          </a:prstGeom>
          <a:ln w="4762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>
            <a:stCxn id="54" idx="0"/>
            <a:endCxn id="10" idx="1"/>
          </p:cNvCxnSpPr>
          <p:nvPr/>
        </p:nvCxnSpPr>
        <p:spPr>
          <a:xfrm rot="5400000" flipH="1" flipV="1">
            <a:off x="754979" y="3194279"/>
            <a:ext cx="1254675" cy="473868"/>
          </a:xfrm>
          <a:prstGeom prst="bentConnector2">
            <a:avLst/>
          </a:prstGeom>
          <a:ln w="5080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796827" y="3715650"/>
            <a:ext cx="1938337" cy="5325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o</a:t>
            </a:r>
            <a:r>
              <a:rPr lang="sl-SI" sz="2400" b="1" dirty="0"/>
              <a:t>) = </a:t>
            </a:r>
            <a:r>
              <a:rPr lang="sl-SI" sz="2400" b="1" i="1" dirty="0"/>
              <a:t>E</a:t>
            </a:r>
            <a:r>
              <a:rPr lang="sl-SI" sz="2400" b="1" baseline="30000" dirty="0"/>
              <a:t>*</a:t>
            </a:r>
            <a:r>
              <a:rPr lang="sl-SI" sz="2400" b="1" dirty="0"/>
              <a:t>(</a:t>
            </a:r>
            <a:r>
              <a:rPr lang="sl-SI" sz="2400" b="1" i="1" dirty="0"/>
              <a:t>o</a:t>
            </a:r>
            <a:r>
              <a:rPr lang="sl-SI" sz="2400" b="1" dirty="0"/>
              <a:t>)</a:t>
            </a:r>
            <a:endParaRPr lang="sl-SI" sz="2400" b="1" baseline="-25000" dirty="0"/>
          </a:p>
        </p:txBody>
      </p:sp>
      <p:cxnSp>
        <p:nvCxnSpPr>
          <p:cNvPr id="69" name="Straight Arrow Connector 68"/>
          <p:cNvCxnSpPr>
            <a:stCxn id="61" idx="0"/>
            <a:endCxn id="68" idx="2"/>
          </p:cNvCxnSpPr>
          <p:nvPr/>
        </p:nvCxnSpPr>
        <p:spPr>
          <a:xfrm flipH="1" flipV="1">
            <a:off x="7765996" y="4248150"/>
            <a:ext cx="19050" cy="419998"/>
          </a:xfrm>
          <a:prstGeom prst="straightConnector1">
            <a:avLst/>
          </a:prstGeom>
          <a:ln w="4762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/>
          <p:cNvCxnSpPr>
            <a:stCxn id="68" idx="0"/>
            <a:endCxn id="10" idx="3"/>
          </p:cNvCxnSpPr>
          <p:nvPr/>
        </p:nvCxnSpPr>
        <p:spPr>
          <a:xfrm rot="16200000" flipV="1">
            <a:off x="7075186" y="3024840"/>
            <a:ext cx="911775" cy="469846"/>
          </a:xfrm>
          <a:prstGeom prst="bentConnector2">
            <a:avLst/>
          </a:prstGeom>
          <a:ln w="508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/>
          <p:cNvCxnSpPr>
            <a:stCxn id="61" idx="2"/>
          </p:cNvCxnSpPr>
          <p:nvPr/>
        </p:nvCxnSpPr>
        <p:spPr>
          <a:xfrm rot="5400000" flipH="1">
            <a:off x="4055751" y="2576705"/>
            <a:ext cx="818925" cy="6639665"/>
          </a:xfrm>
          <a:prstGeom prst="bentConnector4">
            <a:avLst>
              <a:gd name="adj1" fmla="val -27915"/>
              <a:gd name="adj2" fmla="val 99946"/>
            </a:avLst>
          </a:prstGeom>
          <a:ln w="50800">
            <a:solidFill>
              <a:srgbClr val="00B05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46" idx="1"/>
          </p:cNvCxnSpPr>
          <p:nvPr/>
        </p:nvCxnSpPr>
        <p:spPr>
          <a:xfrm flipH="1">
            <a:off x="1145381" y="5486849"/>
            <a:ext cx="2096690" cy="0"/>
          </a:xfrm>
          <a:prstGeom prst="straightConnector1">
            <a:avLst/>
          </a:prstGeom>
          <a:ln w="47625">
            <a:solidFill>
              <a:srgbClr val="00B050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2611770" y="5101836"/>
            <a:ext cx="6303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l-SI" sz="2400" b="1" dirty="0"/>
              <a:t>DA</a:t>
            </a:r>
            <a:endParaRPr lang="sl-SI" sz="2400" b="1" baseline="-25000" dirty="0"/>
          </a:p>
        </p:txBody>
      </p:sp>
      <p:sp>
        <p:nvSpPr>
          <p:cNvPr id="101" name="Rectangle 100"/>
          <p:cNvSpPr/>
          <p:nvPr/>
        </p:nvSpPr>
        <p:spPr>
          <a:xfrm>
            <a:off x="7798839" y="4303966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l-SI" sz="2400" b="1" dirty="0"/>
              <a:t>NE</a:t>
            </a:r>
            <a:endParaRPr lang="sl-SI" sz="2400" b="1" baseline="-25000" dirty="0"/>
          </a:p>
        </p:txBody>
      </p:sp>
      <p:sp>
        <p:nvSpPr>
          <p:cNvPr id="102" name="Rectangle 101"/>
          <p:cNvSpPr/>
          <p:nvPr/>
        </p:nvSpPr>
        <p:spPr>
          <a:xfrm>
            <a:off x="7804097" y="6305550"/>
            <a:ext cx="6303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l-SI" sz="2400" b="1" dirty="0"/>
              <a:t>DA</a:t>
            </a:r>
            <a:endParaRPr lang="sl-SI" sz="2400" b="1" baseline="-25000" dirty="0"/>
          </a:p>
        </p:txBody>
      </p:sp>
      <p:sp>
        <p:nvSpPr>
          <p:cNvPr id="103" name="Rectangle 102"/>
          <p:cNvSpPr/>
          <p:nvPr/>
        </p:nvSpPr>
        <p:spPr>
          <a:xfrm>
            <a:off x="5768578" y="5096325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l-SI" sz="2400" b="1" dirty="0"/>
              <a:t>NE</a:t>
            </a:r>
            <a:endParaRPr lang="sl-SI" sz="2400" b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6708557" y="5207017"/>
                <a:ext cx="3289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400" b="1" i="0" smtClean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sl-SI" sz="2400" b="1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557" y="5207017"/>
                <a:ext cx="328936" cy="461665"/>
              </a:xfrm>
              <a:prstGeom prst="rect">
                <a:avLst/>
              </a:prstGeom>
              <a:blipFill rotWithShape="1">
                <a:blip r:embed="rId3"/>
                <a:stretch>
                  <a:fillRect t="-10526" r="-42593" b="-28947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Rectangle 118"/>
          <p:cNvSpPr/>
          <p:nvPr/>
        </p:nvSpPr>
        <p:spPr>
          <a:xfrm>
            <a:off x="6916261" y="5256241"/>
            <a:ext cx="17756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l-SI" sz="2400" b="1" dirty="0"/>
              <a:t>NAKJUČO</a:t>
            </a:r>
          </a:p>
        </p:txBody>
      </p:sp>
    </p:spTree>
    <p:extLst>
      <p:ext uri="{BB962C8B-B14F-4D97-AF65-F5344CB8AC3E}">
        <p14:creationId xmlns:p14="http://schemas.microsoft.com/office/powerpoint/2010/main" val="3539005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500"/>
                            </p:stCondLst>
                            <p:childTnLst>
                              <p:par>
                                <p:cTn id="4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500"/>
                            </p:stCondLst>
                            <p:childTnLst>
                              <p:par>
                                <p:cTn id="6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500"/>
                            </p:stCondLst>
                            <p:childTnLst>
                              <p:par>
                                <p:cTn id="78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8" grpId="0" animBg="1"/>
      <p:bldP spid="101" grpId="0"/>
      <p:bldP spid="102" grpId="0"/>
      <p:bldP spid="1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>
            <a:grpSpLocks noChangeAspect="1"/>
          </p:cNvGrpSpPr>
          <p:nvPr/>
        </p:nvGrpSpPr>
        <p:grpSpPr>
          <a:xfrm>
            <a:off x="93250" y="1233000"/>
            <a:ext cx="8957500" cy="4392000"/>
            <a:chOff x="408199" y="2934000"/>
            <a:chExt cx="8030103" cy="3937282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028"/>
            <a:stretch/>
          </p:blipFill>
          <p:spPr bwMode="auto">
            <a:xfrm>
              <a:off x="705699" y="2934000"/>
              <a:ext cx="7732603" cy="392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30" name="Group 29"/>
            <p:cNvGrpSpPr/>
            <p:nvPr/>
          </p:nvGrpSpPr>
          <p:grpSpPr>
            <a:xfrm>
              <a:off x="408199" y="2940020"/>
              <a:ext cx="8030102" cy="3931262"/>
              <a:chOff x="408199" y="2940020"/>
              <a:chExt cx="8030102" cy="3931262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450167" y="2940020"/>
                <a:ext cx="812062" cy="39179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l-SI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723130" y="5058111"/>
                <a:ext cx="63350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2000" dirty="0"/>
                  <a:t>0,05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723129" y="3990515"/>
                <a:ext cx="63350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2000" dirty="0"/>
                  <a:t>0,10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723128" y="2971431"/>
                <a:ext cx="63350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2000" dirty="0"/>
                  <a:t>0,15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408199" y="442471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2400" b="1" i="1" dirty="0"/>
                  <a:t>p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602566" y="6372666"/>
                <a:ext cx="7835735" cy="4853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l-SI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1124399" y="6240339"/>
                <a:ext cx="397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2000" dirty="0"/>
                  <a:t>-4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1877492" y="6240339"/>
                <a:ext cx="397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2000" dirty="0"/>
                  <a:t>-3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2662937" y="6238814"/>
                <a:ext cx="397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2000" dirty="0"/>
                  <a:t>-2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3411929" y="6238813"/>
                <a:ext cx="397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2000" dirty="0"/>
                  <a:t>-1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4260272" y="6238813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2000" dirty="0"/>
                  <a:t>0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5026667" y="6237288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2000" dirty="0"/>
                  <a:t>1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5788630" y="6240340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2000" dirty="0"/>
                  <a:t>2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6547147" y="6240339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2000" dirty="0"/>
                  <a:t>3</a:t>
                </a: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7320290" y="6240339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2000" dirty="0"/>
                  <a:t>4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8086685" y="6238814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2000" dirty="0"/>
                  <a:t>5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687768" y="6110843"/>
                <a:ext cx="63350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2000" dirty="0"/>
                  <a:t>0,00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4416725" y="6409617"/>
                <a:ext cx="11496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l-SI" sz="2400" b="1" i="1" dirty="0"/>
                  <a:t>&lt;E</a:t>
                </a:r>
                <a:r>
                  <a:rPr lang="sl-SI" sz="2400" b="1" i="1" baseline="30000" dirty="0"/>
                  <a:t>*</a:t>
                </a:r>
                <a:r>
                  <a:rPr lang="sl-SI" sz="2400" b="1" i="1" dirty="0"/>
                  <a:t>&gt;/N</a:t>
                </a:r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1732232" y="952301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800" i="1" dirty="0"/>
              <a:t>T</a:t>
            </a:r>
            <a:r>
              <a:rPr lang="sl-SI" sz="2800" baseline="30000" dirty="0"/>
              <a:t>* </a:t>
            </a:r>
            <a:r>
              <a:rPr lang="sl-SI" sz="2800" dirty="0"/>
              <a:t>= 0,1</a:t>
            </a:r>
            <a:endParaRPr lang="sl-SI" sz="2800" baseline="30000" dirty="0"/>
          </a:p>
        </p:txBody>
      </p:sp>
      <p:sp>
        <p:nvSpPr>
          <p:cNvPr id="49" name="TextBox 48"/>
          <p:cNvSpPr txBox="1"/>
          <p:nvPr/>
        </p:nvSpPr>
        <p:spPr>
          <a:xfrm>
            <a:off x="1944489" y="3410858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800" i="1" dirty="0"/>
              <a:t>T</a:t>
            </a:r>
            <a:r>
              <a:rPr lang="sl-SI" sz="2800" baseline="30000" dirty="0"/>
              <a:t>* </a:t>
            </a:r>
            <a:r>
              <a:rPr lang="sl-SI" sz="2800" dirty="0"/>
              <a:t>= 0,2</a:t>
            </a:r>
            <a:endParaRPr lang="sl-SI" sz="2800" baseline="30000" dirty="0"/>
          </a:p>
        </p:txBody>
      </p:sp>
      <p:sp>
        <p:nvSpPr>
          <p:cNvPr id="50" name="TextBox 49"/>
          <p:cNvSpPr txBox="1"/>
          <p:nvPr/>
        </p:nvSpPr>
        <p:spPr>
          <a:xfrm>
            <a:off x="2608388" y="3956737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800" i="1" dirty="0"/>
              <a:t>T</a:t>
            </a:r>
            <a:r>
              <a:rPr lang="sl-SI" sz="2800" baseline="30000" dirty="0"/>
              <a:t>* </a:t>
            </a:r>
            <a:r>
              <a:rPr lang="sl-SI" sz="2800" dirty="0"/>
              <a:t>= 1,3</a:t>
            </a:r>
            <a:endParaRPr lang="sl-SI" sz="2800" baseline="30000" dirty="0"/>
          </a:p>
        </p:txBody>
      </p:sp>
      <p:sp>
        <p:nvSpPr>
          <p:cNvPr id="51" name="TextBox 50"/>
          <p:cNvSpPr txBox="1"/>
          <p:nvPr/>
        </p:nvSpPr>
        <p:spPr>
          <a:xfrm>
            <a:off x="3932394" y="4218347"/>
            <a:ext cx="10358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800" i="1" dirty="0"/>
              <a:t>T</a:t>
            </a:r>
            <a:r>
              <a:rPr lang="sl-SI" sz="2800" baseline="30000" dirty="0"/>
              <a:t>* </a:t>
            </a:r>
            <a:r>
              <a:rPr lang="sl-SI" sz="2800" dirty="0"/>
              <a:t>= 5</a:t>
            </a:r>
            <a:endParaRPr lang="sl-SI" sz="2800" baseline="30000" dirty="0"/>
          </a:p>
        </p:txBody>
      </p:sp>
      <p:sp>
        <p:nvSpPr>
          <p:cNvPr id="52" name="TextBox 51"/>
          <p:cNvSpPr txBox="1"/>
          <p:nvPr/>
        </p:nvSpPr>
        <p:spPr>
          <a:xfrm>
            <a:off x="5661890" y="4269946"/>
            <a:ext cx="1215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800" i="1" dirty="0"/>
              <a:t>T</a:t>
            </a:r>
            <a:r>
              <a:rPr lang="sl-SI" sz="2800" baseline="30000" dirty="0"/>
              <a:t>* </a:t>
            </a:r>
            <a:r>
              <a:rPr lang="sl-SI" sz="2800" dirty="0"/>
              <a:t>= 10</a:t>
            </a:r>
            <a:endParaRPr lang="sl-SI" sz="2800" baseline="30000" dirty="0"/>
          </a:p>
        </p:txBody>
      </p:sp>
    </p:spTree>
    <p:extLst>
      <p:ext uri="{BB962C8B-B14F-4D97-AF65-F5344CB8AC3E}">
        <p14:creationId xmlns:p14="http://schemas.microsoft.com/office/powerpoint/2010/main" val="41030013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104930"/>
            <a:ext cx="9144000" cy="106963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sl-SI" sz="4400" dirty="0">
                <a:latin typeface="Aharoni" pitchFamily="2" charset="-79"/>
                <a:cs typeface="Aharoni" pitchFamily="2" charset="-79"/>
              </a:rPr>
              <a:t>RADIALNO PORAZDELITVENA FUNKCIJA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045774" y="2999700"/>
                <a:ext cx="3311163" cy="10014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sz="2800" i="1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sl-SI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sz="2800" i="1">
                              <a:latin typeface="Cambria Math"/>
                            </a:rPr>
                            <m:t>𝑟</m:t>
                          </m:r>
                        </m:e>
                      </m:d>
                      <m:r>
                        <a:rPr lang="sl-SI" sz="2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sl-SI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sl-SI" sz="2800">
                              <a:latin typeface="Cambria Math"/>
                            </a:rPr>
                            <m:t>δ</m:t>
                          </m:r>
                          <m:r>
                            <a:rPr lang="sl-SI" sz="2800" i="1">
                              <a:latin typeface="Cambria Math"/>
                            </a:rPr>
                            <m:t>𝑛</m:t>
                          </m:r>
                          <m:d>
                            <m:dPr>
                              <m:ctrlPr>
                                <a:rPr lang="sl-SI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sz="2800" i="1">
                                  <a:latin typeface="Cambria Math"/>
                                </a:rPr>
                                <m:t>𝑟</m:t>
                              </m:r>
                            </m:e>
                          </m:d>
                          <m:r>
                            <a:rPr lang="sl-SI" sz="2800" i="1">
                              <a:latin typeface="Cambria Math"/>
                            </a:rPr>
                            <m:t> </m:t>
                          </m:r>
                        </m:num>
                        <m:den>
                          <m:r>
                            <a:rPr lang="sl-SI" sz="2800" i="1">
                              <a:latin typeface="Cambria Math"/>
                            </a:rPr>
                            <m:t>2 </m:t>
                          </m:r>
                          <m:r>
                            <a:rPr lang="sl-SI" sz="2800" i="1">
                              <a:latin typeface="Cambria Math"/>
                            </a:rPr>
                            <m:t>𝜋</m:t>
                          </m:r>
                          <m:r>
                            <a:rPr lang="sl-SI" sz="2800" i="1">
                              <a:latin typeface="Cambria Math"/>
                            </a:rPr>
                            <m:t> </m:t>
                          </m:r>
                          <m:r>
                            <a:rPr lang="sl-SI" sz="2800" i="1">
                              <a:latin typeface="Cambria Math"/>
                            </a:rPr>
                            <m:t>𝑟</m:t>
                          </m:r>
                          <m:r>
                            <a:rPr lang="sl-SI" sz="2800" i="1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sl-SI" sz="2800">
                              <a:latin typeface="Cambria Math"/>
                            </a:rPr>
                            <m:t>δ</m:t>
                          </m:r>
                          <m:r>
                            <a:rPr lang="sl-SI" sz="2800" i="1">
                              <a:latin typeface="Cambria Math"/>
                            </a:rPr>
                            <m:t>𝑟</m:t>
                          </m:r>
                          <m:r>
                            <a:rPr lang="sl-SI" sz="2800" i="1">
                              <a:latin typeface="Cambria Math"/>
                            </a:rPr>
                            <m:t> </m:t>
                          </m:r>
                          <m:r>
                            <a:rPr lang="sl-SI" sz="2800" i="1">
                              <a:latin typeface="Cambria Math"/>
                            </a:rPr>
                            <m:t>𝑁</m:t>
                          </m:r>
                          <m:r>
                            <a:rPr lang="sl-SI" sz="2800" i="1">
                              <a:latin typeface="Cambria Math"/>
                            </a:rPr>
                            <m:t> </m:t>
                          </m:r>
                          <m:r>
                            <a:rPr lang="sl-SI" sz="2800" i="1">
                              <a:latin typeface="Cambria Math"/>
                            </a:rPr>
                            <m:t>𝜌</m:t>
                          </m:r>
                          <m:r>
                            <a:rPr lang="sl-SI" sz="2800" i="1">
                              <a:latin typeface="Cambria Math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sl-SI" sz="28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774" y="2999700"/>
                <a:ext cx="3311163" cy="100142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" b="3645"/>
          <a:stretch>
            <a:fillRect/>
          </a:stretch>
        </p:blipFill>
        <p:spPr bwMode="auto">
          <a:xfrm>
            <a:off x="700677" y="1916414"/>
            <a:ext cx="3394584" cy="31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Rokopis 2">
                <a:extLst>
                  <a:ext uri="{FF2B5EF4-FFF2-40B4-BE49-F238E27FC236}">
                    <a16:creationId xmlns:a16="http://schemas.microsoft.com/office/drawing/2014/main" id="{E7AE7F3A-76CD-48F9-832D-A3DB067BF59A}"/>
                  </a:ext>
                </a:extLst>
              </p14:cNvPr>
              <p14:cNvContentPartPr/>
              <p14:nvPr/>
            </p14:nvContentPartPr>
            <p14:xfrm>
              <a:off x="6665658" y="2830767"/>
              <a:ext cx="1098720" cy="671400"/>
            </p14:xfrm>
          </p:contentPart>
        </mc:Choice>
        <mc:Fallback xmlns="">
          <p:pic>
            <p:nvPicPr>
              <p:cNvPr id="3" name="Rokopis 2">
                <a:extLst>
                  <a:ext uri="{FF2B5EF4-FFF2-40B4-BE49-F238E27FC236}">
                    <a16:creationId xmlns:a16="http://schemas.microsoft.com/office/drawing/2014/main" id="{E7AE7F3A-76CD-48F9-832D-A3DB067BF5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56658" y="2822127"/>
                <a:ext cx="1116360" cy="68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Rokopis 3">
                <a:extLst>
                  <a:ext uri="{FF2B5EF4-FFF2-40B4-BE49-F238E27FC236}">
                    <a16:creationId xmlns:a16="http://schemas.microsoft.com/office/drawing/2014/main" id="{4A6D0EB3-8944-4A98-B194-4A40CD6A5606}"/>
                  </a:ext>
                </a:extLst>
              </p14:cNvPr>
              <p14:cNvContentPartPr/>
              <p14:nvPr/>
            </p14:nvContentPartPr>
            <p14:xfrm>
              <a:off x="6225378" y="3484527"/>
              <a:ext cx="2022120" cy="528120"/>
            </p14:xfrm>
          </p:contentPart>
        </mc:Choice>
        <mc:Fallback xmlns="">
          <p:pic>
            <p:nvPicPr>
              <p:cNvPr id="4" name="Rokopis 3">
                <a:extLst>
                  <a:ext uri="{FF2B5EF4-FFF2-40B4-BE49-F238E27FC236}">
                    <a16:creationId xmlns:a16="http://schemas.microsoft.com/office/drawing/2014/main" id="{4A6D0EB3-8944-4A98-B194-4A40CD6A560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16738" y="3475527"/>
                <a:ext cx="2039760" cy="54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Rokopis 19">
                <a:extLst>
                  <a:ext uri="{FF2B5EF4-FFF2-40B4-BE49-F238E27FC236}">
                    <a16:creationId xmlns:a16="http://schemas.microsoft.com/office/drawing/2014/main" id="{E68A5BE0-60FE-4B26-B94D-97F30FE79FA7}"/>
                  </a:ext>
                </a:extLst>
              </p14:cNvPr>
              <p14:cNvContentPartPr/>
              <p14:nvPr/>
            </p14:nvContentPartPr>
            <p14:xfrm>
              <a:off x="3187698" y="4465527"/>
              <a:ext cx="360" cy="360"/>
            </p14:xfrm>
          </p:contentPart>
        </mc:Choice>
        <mc:Fallback xmlns="">
          <p:pic>
            <p:nvPicPr>
              <p:cNvPr id="20" name="Rokopis 19">
                <a:extLst>
                  <a:ext uri="{FF2B5EF4-FFF2-40B4-BE49-F238E27FC236}">
                    <a16:creationId xmlns:a16="http://schemas.microsoft.com/office/drawing/2014/main" id="{E68A5BE0-60FE-4B26-B94D-97F30FE79FA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79058" y="445688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Rokopis 20">
                <a:extLst>
                  <a:ext uri="{FF2B5EF4-FFF2-40B4-BE49-F238E27FC236}">
                    <a16:creationId xmlns:a16="http://schemas.microsoft.com/office/drawing/2014/main" id="{4B3BCD41-D813-44F1-9F82-29181FE4C631}"/>
                  </a:ext>
                </a:extLst>
              </p14:cNvPr>
              <p14:cNvContentPartPr/>
              <p14:nvPr/>
            </p14:nvContentPartPr>
            <p14:xfrm>
              <a:off x="7589778" y="3595767"/>
              <a:ext cx="551160" cy="419400"/>
            </p14:xfrm>
          </p:contentPart>
        </mc:Choice>
        <mc:Fallback xmlns="">
          <p:pic>
            <p:nvPicPr>
              <p:cNvPr id="21" name="Rokopis 20">
                <a:extLst>
                  <a:ext uri="{FF2B5EF4-FFF2-40B4-BE49-F238E27FC236}">
                    <a16:creationId xmlns:a16="http://schemas.microsoft.com/office/drawing/2014/main" id="{4B3BCD41-D813-44F1-9F82-29181FE4C63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581138" y="3586767"/>
                <a:ext cx="568800" cy="43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Skupina 31">
            <a:extLst>
              <a:ext uri="{FF2B5EF4-FFF2-40B4-BE49-F238E27FC236}">
                <a16:creationId xmlns:a16="http://schemas.microsoft.com/office/drawing/2014/main" id="{2F21535B-ACDC-4844-A3F8-7EBED61A6C02}"/>
              </a:ext>
            </a:extLst>
          </p:cNvPr>
          <p:cNvGrpSpPr/>
          <p:nvPr/>
        </p:nvGrpSpPr>
        <p:grpSpPr>
          <a:xfrm>
            <a:off x="4669098" y="4389927"/>
            <a:ext cx="3082680" cy="1257480"/>
            <a:chOff x="4669098" y="4389927"/>
            <a:chExt cx="3082680" cy="12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Rokopis 4">
                  <a:extLst>
                    <a:ext uri="{FF2B5EF4-FFF2-40B4-BE49-F238E27FC236}">
                      <a16:creationId xmlns:a16="http://schemas.microsoft.com/office/drawing/2014/main" id="{2A637518-0DA7-4B4C-959A-1659F4E9A44F}"/>
                    </a:ext>
                  </a:extLst>
                </p14:cNvPr>
                <p14:cNvContentPartPr/>
                <p14:nvPr/>
              </p14:nvContentPartPr>
              <p14:xfrm>
                <a:off x="4669098" y="4780527"/>
                <a:ext cx="493560" cy="866880"/>
              </p14:xfrm>
            </p:contentPart>
          </mc:Choice>
          <mc:Fallback xmlns="">
            <p:pic>
              <p:nvPicPr>
                <p:cNvPr id="5" name="Rokopis 4">
                  <a:extLst>
                    <a:ext uri="{FF2B5EF4-FFF2-40B4-BE49-F238E27FC236}">
                      <a16:creationId xmlns:a16="http://schemas.microsoft.com/office/drawing/2014/main" id="{2A637518-0DA7-4B4C-959A-1659F4E9A44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60098" y="4771887"/>
                  <a:ext cx="511200" cy="88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" name="Rokopis 5">
                  <a:extLst>
                    <a:ext uri="{FF2B5EF4-FFF2-40B4-BE49-F238E27FC236}">
                      <a16:creationId xmlns:a16="http://schemas.microsoft.com/office/drawing/2014/main" id="{DB86C02B-F97D-4F61-A5CB-CB79CC4563BE}"/>
                    </a:ext>
                  </a:extLst>
                </p14:cNvPr>
                <p14:cNvContentPartPr/>
                <p14:nvPr/>
              </p14:nvContentPartPr>
              <p14:xfrm>
                <a:off x="5180298" y="4600167"/>
                <a:ext cx="126360" cy="479880"/>
              </p14:xfrm>
            </p:contentPart>
          </mc:Choice>
          <mc:Fallback xmlns="">
            <p:pic>
              <p:nvPicPr>
                <p:cNvPr id="6" name="Rokopis 5">
                  <a:extLst>
                    <a:ext uri="{FF2B5EF4-FFF2-40B4-BE49-F238E27FC236}">
                      <a16:creationId xmlns:a16="http://schemas.microsoft.com/office/drawing/2014/main" id="{DB86C02B-F97D-4F61-A5CB-CB79CC4563B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71298" y="4591167"/>
                  <a:ext cx="14400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Rokopis 7">
                  <a:extLst>
                    <a:ext uri="{FF2B5EF4-FFF2-40B4-BE49-F238E27FC236}">
                      <a16:creationId xmlns:a16="http://schemas.microsoft.com/office/drawing/2014/main" id="{DBCE784D-7B5C-4CB6-B151-0FB5EB1AC4E9}"/>
                    </a:ext>
                  </a:extLst>
                </p14:cNvPr>
                <p14:cNvContentPartPr/>
                <p14:nvPr/>
              </p14:nvContentPartPr>
              <p14:xfrm>
                <a:off x="5353098" y="4696647"/>
                <a:ext cx="126360" cy="313560"/>
              </p14:xfrm>
            </p:contentPart>
          </mc:Choice>
          <mc:Fallback xmlns="">
            <p:pic>
              <p:nvPicPr>
                <p:cNvPr id="8" name="Rokopis 7">
                  <a:extLst>
                    <a:ext uri="{FF2B5EF4-FFF2-40B4-BE49-F238E27FC236}">
                      <a16:creationId xmlns:a16="http://schemas.microsoft.com/office/drawing/2014/main" id="{DBCE784D-7B5C-4CB6-B151-0FB5EB1AC4E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44098" y="4687647"/>
                  <a:ext cx="1440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Rokopis 8">
                  <a:extLst>
                    <a:ext uri="{FF2B5EF4-FFF2-40B4-BE49-F238E27FC236}">
                      <a16:creationId xmlns:a16="http://schemas.microsoft.com/office/drawing/2014/main" id="{02C85CC3-E809-4082-AF81-9B1B4AAF74B4}"/>
                    </a:ext>
                  </a:extLst>
                </p14:cNvPr>
                <p14:cNvContentPartPr/>
                <p14:nvPr/>
              </p14:nvContentPartPr>
              <p14:xfrm>
                <a:off x="5562978" y="4508727"/>
                <a:ext cx="126360" cy="654480"/>
              </p14:xfrm>
            </p:contentPart>
          </mc:Choice>
          <mc:Fallback xmlns="">
            <p:pic>
              <p:nvPicPr>
                <p:cNvPr id="9" name="Rokopis 8">
                  <a:extLst>
                    <a:ext uri="{FF2B5EF4-FFF2-40B4-BE49-F238E27FC236}">
                      <a16:creationId xmlns:a16="http://schemas.microsoft.com/office/drawing/2014/main" id="{02C85CC3-E809-4082-AF81-9B1B4AAF74B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53978" y="4499727"/>
                  <a:ext cx="144000" cy="6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Rokopis 10">
                  <a:extLst>
                    <a:ext uri="{FF2B5EF4-FFF2-40B4-BE49-F238E27FC236}">
                      <a16:creationId xmlns:a16="http://schemas.microsoft.com/office/drawing/2014/main" id="{F416178D-5643-4B53-8736-EEA11AB7665E}"/>
                    </a:ext>
                  </a:extLst>
                </p14:cNvPr>
                <p14:cNvContentPartPr/>
                <p14:nvPr/>
              </p14:nvContentPartPr>
              <p14:xfrm>
                <a:off x="5875458" y="5005167"/>
                <a:ext cx="182520" cy="49680"/>
              </p14:xfrm>
            </p:contentPart>
          </mc:Choice>
          <mc:Fallback xmlns="">
            <p:pic>
              <p:nvPicPr>
                <p:cNvPr id="11" name="Rokopis 10">
                  <a:extLst>
                    <a:ext uri="{FF2B5EF4-FFF2-40B4-BE49-F238E27FC236}">
                      <a16:creationId xmlns:a16="http://schemas.microsoft.com/office/drawing/2014/main" id="{F416178D-5643-4B53-8736-EEA11AB7665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66818" y="4996527"/>
                  <a:ext cx="2001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Rokopis 11">
                  <a:extLst>
                    <a:ext uri="{FF2B5EF4-FFF2-40B4-BE49-F238E27FC236}">
                      <a16:creationId xmlns:a16="http://schemas.microsoft.com/office/drawing/2014/main" id="{CF8D008C-47DB-4B88-9DE3-946CD4641B86}"/>
                    </a:ext>
                  </a:extLst>
                </p14:cNvPr>
                <p14:cNvContentPartPr/>
                <p14:nvPr/>
              </p14:nvContentPartPr>
              <p14:xfrm>
                <a:off x="5859258" y="4929567"/>
                <a:ext cx="219600" cy="31680"/>
              </p14:xfrm>
            </p:contentPart>
          </mc:Choice>
          <mc:Fallback xmlns="">
            <p:pic>
              <p:nvPicPr>
                <p:cNvPr id="12" name="Rokopis 11">
                  <a:extLst>
                    <a:ext uri="{FF2B5EF4-FFF2-40B4-BE49-F238E27FC236}">
                      <a16:creationId xmlns:a16="http://schemas.microsoft.com/office/drawing/2014/main" id="{CF8D008C-47DB-4B88-9DE3-946CD4641B8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50618" y="4920927"/>
                  <a:ext cx="2372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Rokopis 13">
                  <a:extLst>
                    <a:ext uri="{FF2B5EF4-FFF2-40B4-BE49-F238E27FC236}">
                      <a16:creationId xmlns:a16="http://schemas.microsoft.com/office/drawing/2014/main" id="{076A07F4-4E4A-4B5B-A73E-198C02E0BD6B}"/>
                    </a:ext>
                  </a:extLst>
                </p14:cNvPr>
                <p14:cNvContentPartPr/>
                <p14:nvPr/>
              </p14:nvContentPartPr>
              <p14:xfrm>
                <a:off x="6680418" y="4510887"/>
                <a:ext cx="317880" cy="330120"/>
              </p14:xfrm>
            </p:contentPart>
          </mc:Choice>
          <mc:Fallback xmlns="">
            <p:pic>
              <p:nvPicPr>
                <p:cNvPr id="14" name="Rokopis 13">
                  <a:extLst>
                    <a:ext uri="{FF2B5EF4-FFF2-40B4-BE49-F238E27FC236}">
                      <a16:creationId xmlns:a16="http://schemas.microsoft.com/office/drawing/2014/main" id="{076A07F4-4E4A-4B5B-A73E-198C02E0BD6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71778" y="4501887"/>
                  <a:ext cx="3355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Rokopis 14">
                  <a:extLst>
                    <a:ext uri="{FF2B5EF4-FFF2-40B4-BE49-F238E27FC236}">
                      <a16:creationId xmlns:a16="http://schemas.microsoft.com/office/drawing/2014/main" id="{9305C077-9F9C-48C0-97ED-42BDB2890B1F}"/>
                    </a:ext>
                  </a:extLst>
                </p14:cNvPr>
                <p14:cNvContentPartPr/>
                <p14:nvPr/>
              </p14:nvContentPartPr>
              <p14:xfrm>
                <a:off x="7049058" y="4558047"/>
                <a:ext cx="149760" cy="386640"/>
              </p14:xfrm>
            </p:contentPart>
          </mc:Choice>
          <mc:Fallback xmlns="">
            <p:pic>
              <p:nvPicPr>
                <p:cNvPr id="15" name="Rokopis 14">
                  <a:extLst>
                    <a:ext uri="{FF2B5EF4-FFF2-40B4-BE49-F238E27FC236}">
                      <a16:creationId xmlns:a16="http://schemas.microsoft.com/office/drawing/2014/main" id="{9305C077-9F9C-48C0-97ED-42BDB2890B1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40058" y="4549407"/>
                  <a:ext cx="16740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Rokopis 15">
                  <a:extLst>
                    <a:ext uri="{FF2B5EF4-FFF2-40B4-BE49-F238E27FC236}">
                      <a16:creationId xmlns:a16="http://schemas.microsoft.com/office/drawing/2014/main" id="{57F47199-C607-4E3F-AA67-A0A57A988BDA}"/>
                    </a:ext>
                  </a:extLst>
                </p14:cNvPr>
                <p14:cNvContentPartPr/>
                <p14:nvPr/>
              </p14:nvContentPartPr>
              <p14:xfrm>
                <a:off x="7277298" y="4613487"/>
                <a:ext cx="117360" cy="262440"/>
              </p14:xfrm>
            </p:contentPart>
          </mc:Choice>
          <mc:Fallback xmlns="">
            <p:pic>
              <p:nvPicPr>
                <p:cNvPr id="16" name="Rokopis 15">
                  <a:extLst>
                    <a:ext uri="{FF2B5EF4-FFF2-40B4-BE49-F238E27FC236}">
                      <a16:creationId xmlns:a16="http://schemas.microsoft.com/office/drawing/2014/main" id="{57F47199-C607-4E3F-AA67-A0A57A988BD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68658" y="4604847"/>
                  <a:ext cx="1350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Rokopis 16">
                  <a:extLst>
                    <a:ext uri="{FF2B5EF4-FFF2-40B4-BE49-F238E27FC236}">
                      <a16:creationId xmlns:a16="http://schemas.microsoft.com/office/drawing/2014/main" id="{6A2D473C-3874-49FF-8240-8492C781FE62}"/>
                    </a:ext>
                  </a:extLst>
                </p14:cNvPr>
                <p14:cNvContentPartPr/>
                <p14:nvPr/>
              </p14:nvContentPartPr>
              <p14:xfrm>
                <a:off x="7455138" y="4389927"/>
                <a:ext cx="116640" cy="633600"/>
              </p14:xfrm>
            </p:contentPart>
          </mc:Choice>
          <mc:Fallback xmlns="">
            <p:pic>
              <p:nvPicPr>
                <p:cNvPr id="17" name="Rokopis 16">
                  <a:extLst>
                    <a:ext uri="{FF2B5EF4-FFF2-40B4-BE49-F238E27FC236}">
                      <a16:creationId xmlns:a16="http://schemas.microsoft.com/office/drawing/2014/main" id="{6A2D473C-3874-49FF-8240-8492C781FE6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446498" y="4381287"/>
                  <a:ext cx="134280" cy="65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Rokopis 17">
                  <a:extLst>
                    <a:ext uri="{FF2B5EF4-FFF2-40B4-BE49-F238E27FC236}">
                      <a16:creationId xmlns:a16="http://schemas.microsoft.com/office/drawing/2014/main" id="{22822357-1B52-4258-B821-3467CAE99CAE}"/>
                    </a:ext>
                  </a:extLst>
                </p14:cNvPr>
                <p14:cNvContentPartPr/>
                <p14:nvPr/>
              </p14:nvContentPartPr>
              <p14:xfrm>
                <a:off x="6493938" y="5062047"/>
                <a:ext cx="1257840" cy="141120"/>
              </p14:xfrm>
            </p:contentPart>
          </mc:Choice>
          <mc:Fallback xmlns="">
            <p:pic>
              <p:nvPicPr>
                <p:cNvPr id="18" name="Rokopis 17">
                  <a:extLst>
                    <a:ext uri="{FF2B5EF4-FFF2-40B4-BE49-F238E27FC236}">
                      <a16:creationId xmlns:a16="http://schemas.microsoft.com/office/drawing/2014/main" id="{22822357-1B52-4258-B821-3467CAE99CA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484938" y="5053047"/>
                  <a:ext cx="12754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Rokopis 21">
                  <a:extLst>
                    <a:ext uri="{FF2B5EF4-FFF2-40B4-BE49-F238E27FC236}">
                      <a16:creationId xmlns:a16="http://schemas.microsoft.com/office/drawing/2014/main" id="{42FEC999-9FEB-4963-8F19-D0048B2A8A43}"/>
                    </a:ext>
                  </a:extLst>
                </p14:cNvPr>
                <p14:cNvContentPartPr/>
                <p14:nvPr/>
              </p14:nvContentPartPr>
              <p14:xfrm>
                <a:off x="6467298" y="5219007"/>
                <a:ext cx="223200" cy="289440"/>
              </p14:xfrm>
            </p:contentPart>
          </mc:Choice>
          <mc:Fallback xmlns="">
            <p:pic>
              <p:nvPicPr>
                <p:cNvPr id="22" name="Rokopis 21">
                  <a:extLst>
                    <a:ext uri="{FF2B5EF4-FFF2-40B4-BE49-F238E27FC236}">
                      <a16:creationId xmlns:a16="http://schemas.microsoft.com/office/drawing/2014/main" id="{42FEC999-9FEB-4963-8F19-D0048B2A8A4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458298" y="5210367"/>
                  <a:ext cx="2408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Rokopis 22">
                  <a:extLst>
                    <a:ext uri="{FF2B5EF4-FFF2-40B4-BE49-F238E27FC236}">
                      <a16:creationId xmlns:a16="http://schemas.microsoft.com/office/drawing/2014/main" id="{2978E1F9-364A-4B66-BA3B-294A3E21EB61}"/>
                    </a:ext>
                  </a:extLst>
                </p14:cNvPr>
                <p14:cNvContentPartPr/>
                <p14:nvPr/>
              </p14:nvContentPartPr>
              <p14:xfrm>
                <a:off x="6759978" y="5365527"/>
                <a:ext cx="9720" cy="130680"/>
              </p14:xfrm>
            </p:contentPart>
          </mc:Choice>
          <mc:Fallback xmlns="">
            <p:pic>
              <p:nvPicPr>
                <p:cNvPr id="23" name="Rokopis 22">
                  <a:extLst>
                    <a:ext uri="{FF2B5EF4-FFF2-40B4-BE49-F238E27FC236}">
                      <a16:creationId xmlns:a16="http://schemas.microsoft.com/office/drawing/2014/main" id="{2978E1F9-364A-4B66-BA3B-294A3E21EB6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50978" y="5356527"/>
                  <a:ext cx="273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Rokopis 23">
                  <a:extLst>
                    <a:ext uri="{FF2B5EF4-FFF2-40B4-BE49-F238E27FC236}">
                      <a16:creationId xmlns:a16="http://schemas.microsoft.com/office/drawing/2014/main" id="{7300442D-0DD4-4FF2-B176-10B8545362C4}"/>
                    </a:ext>
                  </a:extLst>
                </p14:cNvPr>
                <p14:cNvContentPartPr/>
                <p14:nvPr/>
              </p14:nvContentPartPr>
              <p14:xfrm>
                <a:off x="6808938" y="5350767"/>
                <a:ext cx="11880" cy="152640"/>
              </p14:xfrm>
            </p:contentPart>
          </mc:Choice>
          <mc:Fallback xmlns="">
            <p:pic>
              <p:nvPicPr>
                <p:cNvPr id="24" name="Rokopis 23">
                  <a:extLst>
                    <a:ext uri="{FF2B5EF4-FFF2-40B4-BE49-F238E27FC236}">
                      <a16:creationId xmlns:a16="http://schemas.microsoft.com/office/drawing/2014/main" id="{7300442D-0DD4-4FF2-B176-10B8545362C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799938" y="5341767"/>
                  <a:ext cx="295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Rokopis 24">
                  <a:extLst>
                    <a:ext uri="{FF2B5EF4-FFF2-40B4-BE49-F238E27FC236}">
                      <a16:creationId xmlns:a16="http://schemas.microsoft.com/office/drawing/2014/main" id="{6C8E3455-44FB-4439-8437-8191B6BC33CE}"/>
                    </a:ext>
                  </a:extLst>
                </p14:cNvPr>
                <p14:cNvContentPartPr/>
                <p14:nvPr/>
              </p14:nvContentPartPr>
              <p14:xfrm>
                <a:off x="6652698" y="5284527"/>
                <a:ext cx="222480" cy="46080"/>
              </p14:xfrm>
            </p:contentPart>
          </mc:Choice>
          <mc:Fallback xmlns="">
            <p:pic>
              <p:nvPicPr>
                <p:cNvPr id="25" name="Rokopis 24">
                  <a:extLst>
                    <a:ext uri="{FF2B5EF4-FFF2-40B4-BE49-F238E27FC236}">
                      <a16:creationId xmlns:a16="http://schemas.microsoft.com/office/drawing/2014/main" id="{6C8E3455-44FB-4439-8437-8191B6BC33C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43698" y="5275887"/>
                  <a:ext cx="2401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Rokopis 25">
                  <a:extLst>
                    <a:ext uri="{FF2B5EF4-FFF2-40B4-BE49-F238E27FC236}">
                      <a16:creationId xmlns:a16="http://schemas.microsoft.com/office/drawing/2014/main" id="{E12CE473-87F5-45E6-9774-8F2384705FF3}"/>
                    </a:ext>
                  </a:extLst>
                </p14:cNvPr>
                <p14:cNvContentPartPr/>
                <p14:nvPr/>
              </p14:nvContentPartPr>
              <p14:xfrm>
                <a:off x="6965178" y="5332767"/>
                <a:ext cx="126360" cy="226080"/>
              </p14:xfrm>
            </p:contentPart>
          </mc:Choice>
          <mc:Fallback xmlns="">
            <p:pic>
              <p:nvPicPr>
                <p:cNvPr id="26" name="Rokopis 25">
                  <a:extLst>
                    <a:ext uri="{FF2B5EF4-FFF2-40B4-BE49-F238E27FC236}">
                      <a16:creationId xmlns:a16="http://schemas.microsoft.com/office/drawing/2014/main" id="{E12CE473-87F5-45E6-9774-8F2384705FF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56538" y="5324127"/>
                  <a:ext cx="144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Rokopis 26">
                  <a:extLst>
                    <a:ext uri="{FF2B5EF4-FFF2-40B4-BE49-F238E27FC236}">
                      <a16:creationId xmlns:a16="http://schemas.microsoft.com/office/drawing/2014/main" id="{16F5938D-BE15-413C-8794-2AEC695F42E4}"/>
                    </a:ext>
                  </a:extLst>
                </p14:cNvPr>
                <p14:cNvContentPartPr/>
                <p14:nvPr/>
              </p14:nvContentPartPr>
              <p14:xfrm>
                <a:off x="7184418" y="5474607"/>
                <a:ext cx="7200" cy="360"/>
              </p14:xfrm>
            </p:contentPart>
          </mc:Choice>
          <mc:Fallback xmlns="">
            <p:pic>
              <p:nvPicPr>
                <p:cNvPr id="27" name="Rokopis 26">
                  <a:extLst>
                    <a:ext uri="{FF2B5EF4-FFF2-40B4-BE49-F238E27FC236}">
                      <a16:creationId xmlns:a16="http://schemas.microsoft.com/office/drawing/2014/main" id="{16F5938D-BE15-413C-8794-2AEC695F42E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75778" y="5465967"/>
                  <a:ext cx="24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Rokopis 27">
                  <a:extLst>
                    <a:ext uri="{FF2B5EF4-FFF2-40B4-BE49-F238E27FC236}">
                      <a16:creationId xmlns:a16="http://schemas.microsoft.com/office/drawing/2014/main" id="{1F905AAC-7518-4691-9FE1-8D87DABA43EB}"/>
                    </a:ext>
                  </a:extLst>
                </p14:cNvPr>
                <p14:cNvContentPartPr/>
                <p14:nvPr/>
              </p14:nvContentPartPr>
              <p14:xfrm>
                <a:off x="7235898" y="5310447"/>
                <a:ext cx="222120" cy="280080"/>
              </p14:xfrm>
            </p:contentPart>
          </mc:Choice>
          <mc:Fallback xmlns="">
            <p:pic>
              <p:nvPicPr>
                <p:cNvPr id="28" name="Rokopis 27">
                  <a:extLst>
                    <a:ext uri="{FF2B5EF4-FFF2-40B4-BE49-F238E27FC236}">
                      <a16:creationId xmlns:a16="http://schemas.microsoft.com/office/drawing/2014/main" id="{1F905AAC-7518-4691-9FE1-8D87DABA43E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227258" y="5301807"/>
                  <a:ext cx="2397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Rokopis 28">
                  <a:extLst>
                    <a:ext uri="{FF2B5EF4-FFF2-40B4-BE49-F238E27FC236}">
                      <a16:creationId xmlns:a16="http://schemas.microsoft.com/office/drawing/2014/main" id="{B7FF2719-F0A2-4765-B4B4-7D66B8CF7D12}"/>
                    </a:ext>
                  </a:extLst>
                </p14:cNvPr>
                <p14:cNvContentPartPr/>
                <p14:nvPr/>
              </p14:nvContentPartPr>
              <p14:xfrm>
                <a:off x="7469178" y="5435727"/>
                <a:ext cx="194040" cy="160920"/>
              </p14:xfrm>
            </p:contentPart>
          </mc:Choice>
          <mc:Fallback xmlns="">
            <p:pic>
              <p:nvPicPr>
                <p:cNvPr id="29" name="Rokopis 28">
                  <a:extLst>
                    <a:ext uri="{FF2B5EF4-FFF2-40B4-BE49-F238E27FC236}">
                      <a16:creationId xmlns:a16="http://schemas.microsoft.com/office/drawing/2014/main" id="{B7FF2719-F0A2-4765-B4B4-7D66B8CF7D1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60538" y="5427087"/>
                  <a:ext cx="2116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Rokopis 30">
                  <a:extLst>
                    <a:ext uri="{FF2B5EF4-FFF2-40B4-BE49-F238E27FC236}">
                      <a16:creationId xmlns:a16="http://schemas.microsoft.com/office/drawing/2014/main" id="{1BF7D125-E3B3-4682-A513-65F982B217CE}"/>
                    </a:ext>
                  </a:extLst>
                </p14:cNvPr>
                <p14:cNvContentPartPr/>
                <p14:nvPr/>
              </p14:nvContentPartPr>
              <p14:xfrm>
                <a:off x="6300258" y="4401447"/>
                <a:ext cx="326880" cy="386280"/>
              </p14:xfrm>
            </p:contentPart>
          </mc:Choice>
          <mc:Fallback xmlns="">
            <p:pic>
              <p:nvPicPr>
                <p:cNvPr id="31" name="Rokopis 30">
                  <a:extLst>
                    <a:ext uri="{FF2B5EF4-FFF2-40B4-BE49-F238E27FC236}">
                      <a16:creationId xmlns:a16="http://schemas.microsoft.com/office/drawing/2014/main" id="{1BF7D125-E3B3-4682-A513-65F982B217C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91618" y="4392807"/>
                  <a:ext cx="344520" cy="403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28412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Oval 204"/>
          <p:cNvSpPr/>
          <p:nvPr/>
        </p:nvSpPr>
        <p:spPr>
          <a:xfrm>
            <a:off x="7605536" y="4806475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06" name="Oval 205"/>
          <p:cNvSpPr/>
          <p:nvPr/>
        </p:nvSpPr>
        <p:spPr>
          <a:xfrm>
            <a:off x="8130950" y="3738374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07" name="Oval 206"/>
          <p:cNvSpPr/>
          <p:nvPr/>
        </p:nvSpPr>
        <p:spPr>
          <a:xfrm>
            <a:off x="7605534" y="2678690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87" name="Oval 186"/>
          <p:cNvSpPr/>
          <p:nvPr/>
        </p:nvSpPr>
        <p:spPr>
          <a:xfrm>
            <a:off x="4549434" y="5807171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03" name="Oval 202"/>
          <p:cNvSpPr/>
          <p:nvPr/>
        </p:nvSpPr>
        <p:spPr>
          <a:xfrm>
            <a:off x="5766584" y="5807171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85" name="Oval 184"/>
          <p:cNvSpPr/>
          <p:nvPr/>
        </p:nvSpPr>
        <p:spPr>
          <a:xfrm>
            <a:off x="2710484" y="2684426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29" name="Oval 128"/>
          <p:cNvSpPr/>
          <p:nvPr/>
        </p:nvSpPr>
        <p:spPr>
          <a:xfrm>
            <a:off x="3976383" y="2684426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28" name="Oval 127"/>
          <p:cNvSpPr/>
          <p:nvPr/>
        </p:nvSpPr>
        <p:spPr>
          <a:xfrm>
            <a:off x="4540620" y="1633597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27" name="Oval 126"/>
          <p:cNvSpPr/>
          <p:nvPr/>
        </p:nvSpPr>
        <p:spPr>
          <a:xfrm>
            <a:off x="5727763" y="1633597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20" name="Oval 119"/>
          <p:cNvSpPr/>
          <p:nvPr/>
        </p:nvSpPr>
        <p:spPr>
          <a:xfrm>
            <a:off x="4540620" y="3735255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98" name="Oval 97"/>
          <p:cNvSpPr/>
          <p:nvPr/>
        </p:nvSpPr>
        <p:spPr>
          <a:xfrm>
            <a:off x="5727761" y="3735255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95" name="Oval 94"/>
          <p:cNvSpPr/>
          <p:nvPr/>
        </p:nvSpPr>
        <p:spPr>
          <a:xfrm>
            <a:off x="5114778" y="2678980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09" name="Oval 108"/>
          <p:cNvSpPr/>
          <p:nvPr/>
        </p:nvSpPr>
        <p:spPr>
          <a:xfrm>
            <a:off x="6340745" y="2684426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cxnSp>
        <p:nvCxnSpPr>
          <p:cNvPr id="119" name="Straight Connector 118"/>
          <p:cNvCxnSpPr/>
          <p:nvPr/>
        </p:nvCxnSpPr>
        <p:spPr>
          <a:xfrm rot="3600000">
            <a:off x="5361741" y="3729808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 rot="7200000">
            <a:off x="5372524" y="2668091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 rot="7200000">
            <a:off x="4759541" y="3724361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 rot="3600000">
            <a:off x="4752919" y="2673244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>
            <a:off x="4461865" y="3202067"/>
            <a:ext cx="12259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/>
          <p:nvPr/>
        </p:nvCxnSpPr>
        <p:spPr>
          <a:xfrm>
            <a:off x="5679016" y="3198950"/>
            <a:ext cx="12259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5114778" y="4806475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31" name="Oval 130"/>
          <p:cNvSpPr/>
          <p:nvPr/>
        </p:nvSpPr>
        <p:spPr>
          <a:xfrm>
            <a:off x="2057505" y="3729808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32" name="Oval 131"/>
          <p:cNvSpPr/>
          <p:nvPr/>
        </p:nvSpPr>
        <p:spPr>
          <a:xfrm>
            <a:off x="3283473" y="3729808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33" name="Oval 132"/>
          <p:cNvSpPr/>
          <p:nvPr/>
        </p:nvSpPr>
        <p:spPr>
          <a:xfrm>
            <a:off x="6981769" y="3731322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34" name="Oval 133"/>
          <p:cNvSpPr/>
          <p:nvPr/>
        </p:nvSpPr>
        <p:spPr>
          <a:xfrm>
            <a:off x="2670490" y="4786084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35" name="Oval 134"/>
          <p:cNvSpPr/>
          <p:nvPr/>
        </p:nvSpPr>
        <p:spPr>
          <a:xfrm>
            <a:off x="6388384" y="4756342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36" name="Oval 135"/>
          <p:cNvSpPr/>
          <p:nvPr/>
        </p:nvSpPr>
        <p:spPr>
          <a:xfrm>
            <a:off x="3896454" y="4786084"/>
            <a:ext cx="1050828" cy="105082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cxnSp>
        <p:nvCxnSpPr>
          <p:cNvPr id="145" name="Straight Connector 144"/>
          <p:cNvCxnSpPr/>
          <p:nvPr/>
        </p:nvCxnSpPr>
        <p:spPr>
          <a:xfrm rot="3600000">
            <a:off x="4146558" y="3724362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/>
          <p:nvPr/>
        </p:nvCxnSpPr>
        <p:spPr>
          <a:xfrm rot="3600000">
            <a:off x="5978885" y="2668090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/>
          <p:nvPr/>
        </p:nvCxnSpPr>
        <p:spPr>
          <a:xfrm rot="7200000">
            <a:off x="5974724" y="3732927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 rot="7200000">
            <a:off x="4146558" y="2662641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/>
          <p:nvPr/>
        </p:nvCxnSpPr>
        <p:spPr>
          <a:xfrm>
            <a:off x="5066034" y="2137229"/>
            <a:ext cx="12259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/>
          <p:nvPr/>
        </p:nvCxnSpPr>
        <p:spPr>
          <a:xfrm>
            <a:off x="5066032" y="4255221"/>
            <a:ext cx="12259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 rot="3600000">
            <a:off x="3522791" y="4794646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 rot="7200000">
            <a:off x="3533573" y="3732928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rot="7200000">
            <a:off x="2920590" y="4789198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rot="3600000">
            <a:off x="2913969" y="3738082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>
            <a:off x="2622915" y="4266905"/>
            <a:ext cx="12259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/>
          <p:nvPr/>
        </p:nvCxnSpPr>
        <p:spPr>
          <a:xfrm>
            <a:off x="3840066" y="4263787"/>
            <a:ext cx="12259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/>
        </p:nvCxnSpPr>
        <p:spPr>
          <a:xfrm rot="3600000">
            <a:off x="2307607" y="4789199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/>
          <p:nvPr/>
        </p:nvCxnSpPr>
        <p:spPr>
          <a:xfrm rot="7200000">
            <a:off x="4135774" y="4797764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rot="7200000">
            <a:off x="2307608" y="3727478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/>
          <p:nvPr/>
        </p:nvCxnSpPr>
        <p:spPr>
          <a:xfrm>
            <a:off x="3227083" y="3202066"/>
            <a:ext cx="12259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>
            <a:off x="3227082" y="5320058"/>
            <a:ext cx="12259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/>
          <p:nvPr/>
        </p:nvCxnSpPr>
        <p:spPr>
          <a:xfrm rot="3600000">
            <a:off x="5985508" y="4777809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 rot="3600000">
            <a:off x="5361741" y="5848093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/>
          <p:nvPr/>
        </p:nvCxnSpPr>
        <p:spPr>
          <a:xfrm rot="7200000">
            <a:off x="5372524" y="4786375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/>
          <p:nvPr/>
        </p:nvCxnSpPr>
        <p:spPr>
          <a:xfrm rot="7200000">
            <a:off x="4759541" y="5842645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/>
          <p:nvPr/>
        </p:nvCxnSpPr>
        <p:spPr>
          <a:xfrm rot="3600000">
            <a:off x="4752919" y="4791529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>
            <a:off x="4461865" y="5320352"/>
            <a:ext cx="12259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>
            <a:off x="5679016" y="5317235"/>
            <a:ext cx="12259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 rot="3600000">
            <a:off x="4146558" y="5842646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 rot="7200000">
            <a:off x="5974724" y="5851211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>
          <a:xfrm>
            <a:off x="5066032" y="6373506"/>
            <a:ext cx="12259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/>
          <p:nvPr/>
        </p:nvCxnSpPr>
        <p:spPr>
          <a:xfrm rot="3600000">
            <a:off x="7824458" y="3717602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/>
          <p:nvPr/>
        </p:nvCxnSpPr>
        <p:spPr>
          <a:xfrm rot="3600000">
            <a:off x="7200691" y="4787886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/>
          <p:cNvCxnSpPr/>
          <p:nvPr/>
        </p:nvCxnSpPr>
        <p:spPr>
          <a:xfrm rot="7200000">
            <a:off x="7211474" y="3726168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/>
          <p:nvPr/>
        </p:nvCxnSpPr>
        <p:spPr>
          <a:xfrm rot="7200000">
            <a:off x="6598491" y="4782438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/>
          <p:nvPr/>
        </p:nvCxnSpPr>
        <p:spPr>
          <a:xfrm rot="3600000">
            <a:off x="6591870" y="3731322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/>
          <p:nvPr/>
        </p:nvCxnSpPr>
        <p:spPr>
          <a:xfrm>
            <a:off x="6300815" y="4260145"/>
            <a:ext cx="12259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/>
          <p:nvPr/>
        </p:nvCxnSpPr>
        <p:spPr>
          <a:xfrm>
            <a:off x="7517966" y="4257028"/>
            <a:ext cx="12259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/>
          <p:nvPr/>
        </p:nvCxnSpPr>
        <p:spPr>
          <a:xfrm rot="7200000">
            <a:off x="7813674" y="4791005"/>
            <a:ext cx="1225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6904984" y="3195307"/>
            <a:ext cx="12259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6904982" y="5313299"/>
            <a:ext cx="12259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" t="1546" r="56777" b="1729"/>
          <a:stretch/>
        </p:blipFill>
        <p:spPr bwMode="auto">
          <a:xfrm>
            <a:off x="77276" y="45076"/>
            <a:ext cx="3613158" cy="262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14" t="37828" r="74097" b="47109"/>
          <a:stretch/>
        </p:blipFill>
        <p:spPr bwMode="auto">
          <a:xfrm>
            <a:off x="4748501" y="121807"/>
            <a:ext cx="1783381" cy="136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83541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22276"/>
              </p:ext>
            </p:extLst>
          </p:nvPr>
        </p:nvGraphicFramePr>
        <p:xfrm>
          <a:off x="1658938" y="5778500"/>
          <a:ext cx="296862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228600" progId="Equation.3">
                  <p:embed/>
                </p:oleObj>
              </mc:Choice>
              <mc:Fallback>
                <p:oleObj name="Equation" r:id="rId2" imgW="1155600" imgH="228600" progId="Equation.3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938" y="5778500"/>
                        <a:ext cx="2968625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8385871"/>
              </p:ext>
            </p:extLst>
          </p:nvPr>
        </p:nvGraphicFramePr>
        <p:xfrm>
          <a:off x="5322888" y="5778500"/>
          <a:ext cx="1011237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480" imgH="253800" progId="Equation.3">
                  <p:embed/>
                </p:oleObj>
              </mc:Choice>
              <mc:Fallback>
                <p:oleObj name="Equation" r:id="rId4" imgW="393480" imgH="25380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2888" y="5778500"/>
                        <a:ext cx="1011237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/>
          <a:stretch/>
        </p:blipFill>
        <p:spPr>
          <a:xfrm>
            <a:off x="56795" y="0"/>
            <a:ext cx="9030410" cy="6400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93974" y="206477"/>
            <a:ext cx="1394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800" i="1" dirty="0"/>
              <a:t>T</a:t>
            </a:r>
            <a:r>
              <a:rPr lang="sl-SI" sz="2800" dirty="0"/>
              <a:t>* = 0,3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93974" y="2364658"/>
            <a:ext cx="1125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800" i="1" dirty="0"/>
              <a:t>T</a:t>
            </a:r>
            <a:r>
              <a:rPr lang="sl-SI" sz="2800" dirty="0"/>
              <a:t>*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93974" y="4331109"/>
            <a:ext cx="1125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800" i="1" dirty="0"/>
              <a:t>T</a:t>
            </a:r>
            <a:r>
              <a:rPr lang="sl-SI" sz="2800" dirty="0"/>
              <a:t>* = 5</a:t>
            </a:r>
          </a:p>
        </p:txBody>
      </p:sp>
    </p:spTree>
    <p:extLst>
      <p:ext uri="{BB962C8B-B14F-4D97-AF65-F5344CB8AC3E}">
        <p14:creationId xmlns:p14="http://schemas.microsoft.com/office/powerpoint/2010/main" val="179901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114998" y="941394"/>
            <a:ext cx="3330960" cy="340200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82" name="Oval 81"/>
          <p:cNvSpPr/>
          <p:nvPr/>
        </p:nvSpPr>
        <p:spPr>
          <a:xfrm>
            <a:off x="8298549" y="3750869"/>
            <a:ext cx="730645" cy="73064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70" name="Oval 69"/>
          <p:cNvSpPr/>
          <p:nvPr/>
        </p:nvSpPr>
        <p:spPr>
          <a:xfrm>
            <a:off x="5873833" y="830889"/>
            <a:ext cx="738002" cy="73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20" name="Oval 119"/>
          <p:cNvSpPr/>
          <p:nvPr/>
        </p:nvSpPr>
        <p:spPr>
          <a:xfrm>
            <a:off x="5003336" y="834716"/>
            <a:ext cx="738002" cy="738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09" name="Oval 108"/>
          <p:cNvSpPr/>
          <p:nvPr/>
        </p:nvSpPr>
        <p:spPr>
          <a:xfrm>
            <a:off x="6267573" y="96716"/>
            <a:ext cx="738002" cy="73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33" name="Oval 132"/>
          <p:cNvSpPr/>
          <p:nvPr/>
        </p:nvSpPr>
        <p:spPr>
          <a:xfrm>
            <a:off x="6717767" y="831954"/>
            <a:ext cx="738002" cy="73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cxnSp>
        <p:nvCxnSpPr>
          <p:cNvPr id="41" name="Straight Connector 40"/>
          <p:cNvCxnSpPr/>
          <p:nvPr/>
        </p:nvCxnSpPr>
        <p:spPr>
          <a:xfrm>
            <a:off x="5385138" y="1199889"/>
            <a:ext cx="1715393" cy="0"/>
          </a:xfrm>
          <a:prstGeom prst="line">
            <a:avLst/>
          </a:prstGeom>
          <a:ln w="508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636573" y="460152"/>
            <a:ext cx="450195" cy="747942"/>
          </a:xfrm>
          <a:prstGeom prst="line">
            <a:avLst/>
          </a:prstGeom>
          <a:ln w="508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5379014" y="465716"/>
            <a:ext cx="1257560" cy="742378"/>
          </a:xfrm>
          <a:prstGeom prst="line">
            <a:avLst/>
          </a:prstGeom>
          <a:ln w="508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310861"/>
              </p:ext>
            </p:extLst>
          </p:nvPr>
        </p:nvGraphicFramePr>
        <p:xfrm>
          <a:off x="5629207" y="420110"/>
          <a:ext cx="548218" cy="411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560" imgH="228600" progId="Equation.3">
                  <p:embed/>
                </p:oleObj>
              </mc:Choice>
              <mc:Fallback>
                <p:oleObj name="Equation" r:id="rId2" imgW="304560" imgH="228600" progId="Equation.3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207" y="420110"/>
                        <a:ext cx="548218" cy="411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491052"/>
              </p:ext>
            </p:extLst>
          </p:nvPr>
        </p:nvGraphicFramePr>
        <p:xfrm>
          <a:off x="6089159" y="1245681"/>
          <a:ext cx="374849" cy="324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164880" progId="Equation.3">
                  <p:embed/>
                </p:oleObj>
              </mc:Choice>
              <mc:Fallback>
                <p:oleObj name="Equation" r:id="rId4" imgW="190440" imgH="16488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9159" y="1245681"/>
                        <a:ext cx="374849" cy="3242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5434110"/>
              </p:ext>
            </p:extLst>
          </p:nvPr>
        </p:nvGraphicFramePr>
        <p:xfrm>
          <a:off x="6999410" y="554859"/>
          <a:ext cx="253506" cy="282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20" imgH="126720" progId="Equation.3">
                  <p:embed/>
                </p:oleObj>
              </mc:Choice>
              <mc:Fallback>
                <p:oleObj name="Equation" r:id="rId6" imgW="114120" imgH="12672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9410" y="554859"/>
                        <a:ext cx="253506" cy="282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Oval 35"/>
          <p:cNvSpPr>
            <a:spLocks noChangeAspect="1"/>
          </p:cNvSpPr>
          <p:nvPr/>
        </p:nvSpPr>
        <p:spPr>
          <a:xfrm>
            <a:off x="151911" y="1004107"/>
            <a:ext cx="684000" cy="684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>
              <a:solidFill>
                <a:srgbClr val="0070C0"/>
              </a:solidFill>
            </a:endParaRPr>
          </a:p>
        </p:txBody>
      </p:sp>
      <p:sp>
        <p:nvSpPr>
          <p:cNvPr id="37" name="Oval 36"/>
          <p:cNvSpPr>
            <a:spLocks noChangeAspect="1"/>
          </p:cNvSpPr>
          <p:nvPr/>
        </p:nvSpPr>
        <p:spPr>
          <a:xfrm>
            <a:off x="924639" y="1004107"/>
            <a:ext cx="684000" cy="684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cxnSp>
        <p:nvCxnSpPr>
          <p:cNvPr id="38" name="Straight Connector 37"/>
          <p:cNvCxnSpPr>
            <a:cxnSpLocks noChangeAspect="1"/>
          </p:cNvCxnSpPr>
          <p:nvPr/>
        </p:nvCxnSpPr>
        <p:spPr>
          <a:xfrm>
            <a:off x="493910" y="1342560"/>
            <a:ext cx="798000" cy="0"/>
          </a:xfrm>
          <a:prstGeom prst="line">
            <a:avLst/>
          </a:prstGeom>
          <a:ln w="508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8233679"/>
              </p:ext>
            </p:extLst>
          </p:nvPr>
        </p:nvGraphicFramePr>
        <p:xfrm>
          <a:off x="766157" y="1004107"/>
          <a:ext cx="253506" cy="282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20" imgH="126720" progId="Equation.3">
                  <p:embed/>
                </p:oleObj>
              </mc:Choice>
              <mc:Fallback>
                <p:oleObj name="Equation" r:id="rId6" imgW="114120" imgH="126720" progId="Equation.3">
                  <p:embed/>
                  <p:pic>
                    <p:nvPicPr>
                      <p:cNvPr id="4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157" y="1004107"/>
                        <a:ext cx="253506" cy="282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Oval 43"/>
          <p:cNvSpPr/>
          <p:nvPr/>
        </p:nvSpPr>
        <p:spPr>
          <a:xfrm>
            <a:off x="186637" y="2282224"/>
            <a:ext cx="738002" cy="738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47" name="Oval 46"/>
          <p:cNvSpPr/>
          <p:nvPr/>
        </p:nvSpPr>
        <p:spPr>
          <a:xfrm>
            <a:off x="1811077" y="2282224"/>
            <a:ext cx="738002" cy="73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>
              <a:solidFill>
                <a:srgbClr val="FFC000"/>
              </a:solidFill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581678" y="2651224"/>
            <a:ext cx="1598400" cy="0"/>
          </a:xfrm>
          <a:prstGeom prst="line">
            <a:avLst/>
          </a:prstGeom>
          <a:ln w="508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656440"/>
              </p:ext>
            </p:extLst>
          </p:nvPr>
        </p:nvGraphicFramePr>
        <p:xfrm>
          <a:off x="1251949" y="2282224"/>
          <a:ext cx="374849" cy="324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164880" progId="Equation.3">
                  <p:embed/>
                </p:oleObj>
              </mc:Choice>
              <mc:Fallback>
                <p:oleObj name="Equation" r:id="rId4" imgW="190440" imgH="164880" progId="Equation.3">
                  <p:embed/>
                  <p:pic>
                    <p:nvPicPr>
                      <p:cNvPr id="54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1949" y="2282224"/>
                        <a:ext cx="374849" cy="3242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Oval 55"/>
          <p:cNvSpPr/>
          <p:nvPr/>
        </p:nvSpPr>
        <p:spPr>
          <a:xfrm>
            <a:off x="5847450" y="2314722"/>
            <a:ext cx="730645" cy="73064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57" name="Oval 56"/>
          <p:cNvSpPr/>
          <p:nvPr/>
        </p:nvSpPr>
        <p:spPr>
          <a:xfrm>
            <a:off x="6672874" y="2314722"/>
            <a:ext cx="730645" cy="73064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58" name="Oval 57"/>
          <p:cNvSpPr/>
          <p:nvPr/>
        </p:nvSpPr>
        <p:spPr>
          <a:xfrm>
            <a:off x="7099083" y="1572716"/>
            <a:ext cx="730645" cy="730645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60" name="Oval 59"/>
          <p:cNvSpPr/>
          <p:nvPr/>
        </p:nvSpPr>
        <p:spPr>
          <a:xfrm>
            <a:off x="5028619" y="2318071"/>
            <a:ext cx="730645" cy="730645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61" name="Oval 60"/>
          <p:cNvSpPr/>
          <p:nvPr/>
        </p:nvSpPr>
        <p:spPr>
          <a:xfrm>
            <a:off x="7464405" y="2314722"/>
            <a:ext cx="730645" cy="73064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cxnSp>
        <p:nvCxnSpPr>
          <p:cNvPr id="62" name="Straight Connector 61"/>
          <p:cNvCxnSpPr/>
          <p:nvPr/>
        </p:nvCxnSpPr>
        <p:spPr>
          <a:xfrm flipV="1">
            <a:off x="5393941" y="2680044"/>
            <a:ext cx="2435786" cy="3349"/>
          </a:xfrm>
          <a:prstGeom prst="line">
            <a:avLst/>
          </a:prstGeom>
          <a:ln w="508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7464405" y="1938038"/>
            <a:ext cx="365322" cy="750601"/>
          </a:xfrm>
          <a:prstGeom prst="line">
            <a:avLst/>
          </a:prstGeom>
          <a:ln w="508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5393941" y="1938038"/>
            <a:ext cx="2070464" cy="750601"/>
          </a:xfrm>
          <a:prstGeom prst="line">
            <a:avLst/>
          </a:prstGeom>
          <a:ln w="508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4405842"/>
              </p:ext>
            </p:extLst>
          </p:nvPr>
        </p:nvGraphicFramePr>
        <p:xfrm>
          <a:off x="6495384" y="2756400"/>
          <a:ext cx="39528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40" imgH="177480" progId="Equation.3">
                  <p:embed/>
                </p:oleObj>
              </mc:Choice>
              <mc:Fallback>
                <p:oleObj name="Equation" r:id="rId8" imgW="190440" imgH="177480" progId="Equation.3">
                  <p:embed/>
                  <p:pic>
                    <p:nvPicPr>
                      <p:cNvPr id="65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5384" y="2756400"/>
                        <a:ext cx="395287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855102"/>
              </p:ext>
            </p:extLst>
          </p:nvPr>
        </p:nvGraphicFramePr>
        <p:xfrm>
          <a:off x="7702728" y="2037083"/>
          <a:ext cx="254000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20" imgH="126720" progId="Equation.3">
                  <p:embed/>
                </p:oleObj>
              </mc:Choice>
              <mc:Fallback>
                <p:oleObj name="Equation" r:id="rId6" imgW="114120" imgH="126720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2728" y="2037083"/>
                        <a:ext cx="254000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Oval 65"/>
          <p:cNvSpPr/>
          <p:nvPr/>
        </p:nvSpPr>
        <p:spPr>
          <a:xfrm>
            <a:off x="212677" y="3484986"/>
            <a:ext cx="738002" cy="738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68" name="Oval 67"/>
          <p:cNvSpPr/>
          <p:nvPr/>
        </p:nvSpPr>
        <p:spPr>
          <a:xfrm>
            <a:off x="2575119" y="3484986"/>
            <a:ext cx="738002" cy="73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>
              <a:solidFill>
                <a:srgbClr val="FFC000"/>
              </a:solidFill>
            </a:endParaRPr>
          </a:p>
        </p:txBody>
      </p:sp>
      <p:cxnSp>
        <p:nvCxnSpPr>
          <p:cNvPr id="67" name="Straight Connector 66"/>
          <p:cNvCxnSpPr/>
          <p:nvPr/>
        </p:nvCxnSpPr>
        <p:spPr>
          <a:xfrm>
            <a:off x="581678" y="3853986"/>
            <a:ext cx="2397600" cy="0"/>
          </a:xfrm>
          <a:prstGeom prst="line">
            <a:avLst/>
          </a:prstGeom>
          <a:ln w="508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325622"/>
              </p:ext>
            </p:extLst>
          </p:nvPr>
        </p:nvGraphicFramePr>
        <p:xfrm>
          <a:off x="1593742" y="3517900"/>
          <a:ext cx="3746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0440" imgH="177480" progId="Equation.3">
                  <p:embed/>
                </p:oleObj>
              </mc:Choice>
              <mc:Fallback>
                <p:oleObj name="Equation" r:id="rId11" imgW="190440" imgH="177480" progId="Equation.3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742" y="3517900"/>
                        <a:ext cx="3746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Oval 71"/>
          <p:cNvSpPr/>
          <p:nvPr/>
        </p:nvSpPr>
        <p:spPr>
          <a:xfrm>
            <a:off x="5874749" y="3762230"/>
            <a:ext cx="730645" cy="73064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73" name="Oval 72"/>
          <p:cNvSpPr/>
          <p:nvPr/>
        </p:nvSpPr>
        <p:spPr>
          <a:xfrm>
            <a:off x="6700173" y="3762230"/>
            <a:ext cx="730645" cy="73064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74" name="Oval 73"/>
          <p:cNvSpPr/>
          <p:nvPr/>
        </p:nvSpPr>
        <p:spPr>
          <a:xfrm>
            <a:off x="7881489" y="3048716"/>
            <a:ext cx="730645" cy="730645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75" name="Oval 74"/>
          <p:cNvSpPr/>
          <p:nvPr/>
        </p:nvSpPr>
        <p:spPr>
          <a:xfrm>
            <a:off x="5055918" y="3765579"/>
            <a:ext cx="730645" cy="730645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76" name="Oval 75"/>
          <p:cNvSpPr/>
          <p:nvPr/>
        </p:nvSpPr>
        <p:spPr>
          <a:xfrm>
            <a:off x="7491704" y="3762230"/>
            <a:ext cx="730645" cy="73064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cxnSp>
        <p:nvCxnSpPr>
          <p:cNvPr id="77" name="Straight Connector 76"/>
          <p:cNvCxnSpPr/>
          <p:nvPr/>
        </p:nvCxnSpPr>
        <p:spPr>
          <a:xfrm flipV="1">
            <a:off x="5421240" y="4116191"/>
            <a:ext cx="3242631" cy="14711"/>
          </a:xfrm>
          <a:prstGeom prst="line">
            <a:avLst/>
          </a:prstGeom>
          <a:ln w="508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8238796" y="3365590"/>
            <a:ext cx="365322" cy="750601"/>
          </a:xfrm>
          <a:prstGeom prst="line">
            <a:avLst/>
          </a:prstGeom>
          <a:ln w="508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5421240" y="3385546"/>
            <a:ext cx="2877309" cy="750602"/>
          </a:xfrm>
          <a:prstGeom prst="line">
            <a:avLst/>
          </a:prstGeom>
          <a:ln w="508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197017"/>
              </p:ext>
            </p:extLst>
          </p:nvPr>
        </p:nvGraphicFramePr>
        <p:xfrm>
          <a:off x="6867525" y="4125913"/>
          <a:ext cx="395288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0440" imgH="164880" progId="Equation.3">
                  <p:embed/>
                </p:oleObj>
              </mc:Choice>
              <mc:Fallback>
                <p:oleObj name="Equation" r:id="rId13" imgW="190440" imgH="164880" progId="Equation.3">
                  <p:embed/>
                  <p:pic>
                    <p:nvPicPr>
                      <p:cNvPr id="8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7525" y="4125913"/>
                        <a:ext cx="395288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499888"/>
              </p:ext>
            </p:extLst>
          </p:nvPr>
        </p:nvGraphicFramePr>
        <p:xfrm>
          <a:off x="8469729" y="3534038"/>
          <a:ext cx="268777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20" imgH="126720" progId="Equation.3">
                  <p:embed/>
                </p:oleObj>
              </mc:Choice>
              <mc:Fallback>
                <p:oleObj name="Equation" r:id="rId6" imgW="114120" imgH="126720" progId="Equation.3">
                  <p:embed/>
                  <p:pic>
                    <p:nvPicPr>
                      <p:cNvPr id="81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9729" y="3534038"/>
                        <a:ext cx="268777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1090039" y="4686300"/>
            <a:ext cx="1380878" cy="533400"/>
            <a:chOff x="1266639" y="4686300"/>
            <a:chExt cx="1380878" cy="533400"/>
          </a:xfrm>
        </p:grpSpPr>
        <p:sp>
          <p:nvSpPr>
            <p:cNvPr id="5" name="Rectangle 4"/>
            <p:cNvSpPr/>
            <p:nvPr/>
          </p:nvSpPr>
          <p:spPr>
            <a:xfrm>
              <a:off x="1266639" y="4686300"/>
              <a:ext cx="1380878" cy="533400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  <p:graphicFrame>
          <p:nvGraphicFramePr>
            <p:cNvPr id="1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0132392"/>
                </p:ext>
              </p:extLst>
            </p:nvPr>
          </p:nvGraphicFramePr>
          <p:xfrm>
            <a:off x="1380878" y="4745038"/>
            <a:ext cx="1155700" cy="449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520560" imgH="203040" progId="Equation.3">
                    <p:embed/>
                  </p:oleObj>
                </mc:Choice>
                <mc:Fallback>
                  <p:oleObj name="Equation" r:id="rId15" imgW="520560" imgH="203040" progId="Equation.3">
                    <p:embed/>
                    <p:pic>
                      <p:nvPicPr>
                        <p:cNvPr id="17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0878" y="4745038"/>
                          <a:ext cx="1155700" cy="449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407175"/>
              </p:ext>
            </p:extLst>
          </p:nvPr>
        </p:nvGraphicFramePr>
        <p:xfrm>
          <a:off x="41275" y="5346700"/>
          <a:ext cx="9077325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89240" imgH="660240" progId="Equation.3">
                  <p:embed/>
                </p:oleObj>
              </mc:Choice>
              <mc:Fallback>
                <p:oleObj name="Equation" r:id="rId17" imgW="4089240" imgH="660240" progId="Equation.3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" y="5346700"/>
                        <a:ext cx="9077325" cy="14605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Arrow Connector 7"/>
          <p:cNvCxnSpPr>
            <a:stCxn id="49" idx="2"/>
            <a:endCxn id="5" idx="0"/>
          </p:cNvCxnSpPr>
          <p:nvPr/>
        </p:nvCxnSpPr>
        <p:spPr>
          <a:xfrm>
            <a:off x="1780478" y="4343400"/>
            <a:ext cx="0" cy="342900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876800" y="0"/>
            <a:ext cx="4216400" cy="46863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cxnSp>
        <p:nvCxnSpPr>
          <p:cNvPr id="55" name="Straight Arrow Connector 54"/>
          <p:cNvCxnSpPr>
            <a:stCxn id="9" idx="2"/>
          </p:cNvCxnSpPr>
          <p:nvPr/>
        </p:nvCxnSpPr>
        <p:spPr>
          <a:xfrm>
            <a:off x="6985000" y="4686300"/>
            <a:ext cx="0" cy="62230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" name="Rokopis 6">
                <a:extLst>
                  <a:ext uri="{FF2B5EF4-FFF2-40B4-BE49-F238E27FC236}">
                    <a16:creationId xmlns:a16="http://schemas.microsoft.com/office/drawing/2014/main" id="{481908E7-7F74-4F68-ACA4-EAF52351E245}"/>
                  </a:ext>
                </a:extLst>
              </p14:cNvPr>
              <p14:cNvContentPartPr/>
              <p14:nvPr/>
            </p14:nvContentPartPr>
            <p14:xfrm>
              <a:off x="1618818" y="1111745"/>
              <a:ext cx="551880" cy="544680"/>
            </p14:xfrm>
          </p:contentPart>
        </mc:Choice>
        <mc:Fallback xmlns="">
          <p:pic>
            <p:nvPicPr>
              <p:cNvPr id="7" name="Rokopis 6">
                <a:extLst>
                  <a:ext uri="{FF2B5EF4-FFF2-40B4-BE49-F238E27FC236}">
                    <a16:creationId xmlns:a16="http://schemas.microsoft.com/office/drawing/2014/main" id="{481908E7-7F74-4F68-ACA4-EAF52351E24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610178" y="1102745"/>
                <a:ext cx="569520" cy="56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1170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28"/>
          <a:stretch/>
        </p:blipFill>
        <p:spPr bwMode="auto">
          <a:xfrm>
            <a:off x="705699" y="2934000"/>
            <a:ext cx="7732603" cy="39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" t="1546" r="56777" b="1729"/>
          <a:stretch/>
        </p:blipFill>
        <p:spPr bwMode="auto">
          <a:xfrm>
            <a:off x="77273" y="45076"/>
            <a:ext cx="3877782" cy="2820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76" t="6592"/>
          <a:stretch/>
        </p:blipFill>
        <p:spPr bwMode="auto">
          <a:xfrm>
            <a:off x="4381211" y="0"/>
            <a:ext cx="4762789" cy="3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868181" y="2934001"/>
            <a:ext cx="4181475" cy="1631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6" name="Rectangle 5"/>
          <p:cNvSpPr/>
          <p:nvPr/>
        </p:nvSpPr>
        <p:spPr>
          <a:xfrm>
            <a:off x="8893992" y="2644140"/>
            <a:ext cx="240936" cy="221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7" name="Rectangle 6"/>
          <p:cNvSpPr/>
          <p:nvPr/>
        </p:nvSpPr>
        <p:spPr>
          <a:xfrm>
            <a:off x="4381211" y="0"/>
            <a:ext cx="548929" cy="2956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9" name="TextBox 8"/>
          <p:cNvSpPr txBox="1"/>
          <p:nvPr/>
        </p:nvSpPr>
        <p:spPr>
          <a:xfrm>
            <a:off x="5472339" y="277276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39" y="277276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5335" y="277276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5439" y="277276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4564" y="277276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982" y="277276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2895" y="231647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3371" y="196999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2896" y="161376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3846" y="126847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3371" y="93139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3371" y="58302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3371" y="24169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3371" y="-10477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4094207" y="1288982"/>
            <a:ext cx="766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400" dirty="0"/>
              <a:t>g(</a:t>
            </a:r>
            <a:r>
              <a:rPr lang="sl-SI" sz="2400" i="1" dirty="0"/>
              <a:t>r</a:t>
            </a:r>
            <a:r>
              <a:rPr lang="sl-SI" sz="2400" baseline="30000" dirty="0"/>
              <a:t>*</a:t>
            </a:r>
            <a:r>
              <a:rPr lang="sl-SI" sz="2400" dirty="0"/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1197" y="2550303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400" i="1" dirty="0"/>
              <a:t>r</a:t>
            </a:r>
            <a:r>
              <a:rPr lang="sl-SI" sz="2400" baseline="30000" dirty="0"/>
              <a:t>*</a:t>
            </a:r>
            <a:endParaRPr lang="sl-SI" sz="2400" dirty="0"/>
          </a:p>
        </p:txBody>
      </p:sp>
      <p:grpSp>
        <p:nvGrpSpPr>
          <p:cNvPr id="30" name="Group 29"/>
          <p:cNvGrpSpPr/>
          <p:nvPr/>
        </p:nvGrpSpPr>
        <p:grpSpPr>
          <a:xfrm>
            <a:off x="408199" y="2940020"/>
            <a:ext cx="8030102" cy="3931262"/>
            <a:chOff x="408199" y="2940020"/>
            <a:chExt cx="8030102" cy="3931262"/>
          </a:xfrm>
        </p:grpSpPr>
        <p:sp>
          <p:nvSpPr>
            <p:cNvPr id="31" name="Rectangle 30"/>
            <p:cNvSpPr/>
            <p:nvPr/>
          </p:nvSpPr>
          <p:spPr>
            <a:xfrm>
              <a:off x="450167" y="2940020"/>
              <a:ext cx="812062" cy="39179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23130" y="5058111"/>
              <a:ext cx="6335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0,05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23129" y="3990515"/>
              <a:ext cx="6335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0,10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23128" y="2971431"/>
              <a:ext cx="6335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0,15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08199" y="442471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400" b="1" i="1" dirty="0"/>
                <a:t>p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02566" y="6372666"/>
              <a:ext cx="7835735" cy="4853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24399" y="6240339"/>
              <a:ext cx="397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-4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877492" y="6240339"/>
              <a:ext cx="397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-3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662937" y="6238814"/>
              <a:ext cx="397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-2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411929" y="6238813"/>
              <a:ext cx="397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-1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260272" y="623881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0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026667" y="623728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1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788630" y="624034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2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547147" y="624033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3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320290" y="624033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4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086685" y="623881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5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87768" y="6110843"/>
              <a:ext cx="6335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0,00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416725" y="6409617"/>
              <a:ext cx="11496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400" b="1" i="1" dirty="0"/>
                <a:t>&lt;E</a:t>
              </a:r>
              <a:r>
                <a:rPr lang="sl-SI" sz="2400" b="1" i="1" baseline="30000" dirty="0"/>
                <a:t>*</a:t>
              </a:r>
              <a:r>
                <a:rPr lang="sl-SI" sz="2400" b="1" i="1" dirty="0"/>
                <a:t>&gt;/N</a:t>
              </a:r>
            </a:p>
          </p:txBody>
        </p:sp>
      </p:grpSp>
      <p:sp>
        <p:nvSpPr>
          <p:cNvPr id="49" name="Up Arrow 48"/>
          <p:cNvSpPr/>
          <p:nvPr/>
        </p:nvSpPr>
        <p:spPr>
          <a:xfrm rot="3591545">
            <a:off x="3142945" y="2192824"/>
            <a:ext cx="590889" cy="3284049"/>
          </a:xfrm>
          <a:prstGeom prst="upArrow">
            <a:avLst>
              <a:gd name="adj1" fmla="val 31823"/>
              <a:gd name="adj2" fmla="val 81656"/>
            </a:avLst>
          </a:prstGeom>
          <a:solidFill>
            <a:srgbClr val="33B3B3"/>
          </a:solidFill>
          <a:ln>
            <a:solidFill>
              <a:srgbClr val="33B3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Rokopis 1">
                <a:extLst>
                  <a:ext uri="{FF2B5EF4-FFF2-40B4-BE49-F238E27FC236}">
                    <a16:creationId xmlns:a16="http://schemas.microsoft.com/office/drawing/2014/main" id="{15C27EBB-9002-43BD-B994-C52DCA98160C}"/>
                  </a:ext>
                </a:extLst>
              </p14:cNvPr>
              <p14:cNvContentPartPr/>
              <p14:nvPr/>
            </p14:nvContentPartPr>
            <p14:xfrm>
              <a:off x="5666298" y="4047"/>
              <a:ext cx="13680" cy="128880"/>
            </p14:xfrm>
          </p:contentPart>
        </mc:Choice>
        <mc:Fallback xmlns="">
          <p:pic>
            <p:nvPicPr>
              <p:cNvPr id="2" name="Rokopis 1">
                <a:extLst>
                  <a:ext uri="{FF2B5EF4-FFF2-40B4-BE49-F238E27FC236}">
                    <a16:creationId xmlns:a16="http://schemas.microsoft.com/office/drawing/2014/main" id="{15C27EBB-9002-43BD-B994-C52DCA9816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57658" y="-4593"/>
                <a:ext cx="3132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Rokopis 2">
                <a:extLst>
                  <a:ext uri="{FF2B5EF4-FFF2-40B4-BE49-F238E27FC236}">
                    <a16:creationId xmlns:a16="http://schemas.microsoft.com/office/drawing/2014/main" id="{8263E850-EE27-468C-BD8D-935A3CDDA261}"/>
                  </a:ext>
                </a:extLst>
              </p14:cNvPr>
              <p14:cNvContentPartPr/>
              <p14:nvPr/>
            </p14:nvContentPartPr>
            <p14:xfrm>
              <a:off x="6204498" y="1632687"/>
              <a:ext cx="35280" cy="173160"/>
            </p14:xfrm>
          </p:contentPart>
        </mc:Choice>
        <mc:Fallback xmlns="">
          <p:pic>
            <p:nvPicPr>
              <p:cNvPr id="3" name="Rokopis 2">
                <a:extLst>
                  <a:ext uri="{FF2B5EF4-FFF2-40B4-BE49-F238E27FC236}">
                    <a16:creationId xmlns:a16="http://schemas.microsoft.com/office/drawing/2014/main" id="{8263E850-EE27-468C-BD8D-935A3CDDA26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95858" y="1624047"/>
                <a:ext cx="5292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Rokopis 24">
                <a:extLst>
                  <a:ext uri="{FF2B5EF4-FFF2-40B4-BE49-F238E27FC236}">
                    <a16:creationId xmlns:a16="http://schemas.microsoft.com/office/drawing/2014/main" id="{42C6A857-97F7-463D-8E40-CAC1355E1D31}"/>
                  </a:ext>
                </a:extLst>
              </p14:cNvPr>
              <p14:cNvContentPartPr/>
              <p14:nvPr/>
            </p14:nvContentPartPr>
            <p14:xfrm>
              <a:off x="6396018" y="1767327"/>
              <a:ext cx="14400" cy="163440"/>
            </p14:xfrm>
          </p:contentPart>
        </mc:Choice>
        <mc:Fallback xmlns="">
          <p:pic>
            <p:nvPicPr>
              <p:cNvPr id="25" name="Rokopis 24">
                <a:extLst>
                  <a:ext uri="{FF2B5EF4-FFF2-40B4-BE49-F238E27FC236}">
                    <a16:creationId xmlns:a16="http://schemas.microsoft.com/office/drawing/2014/main" id="{42C6A857-97F7-463D-8E40-CAC1355E1D3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87018" y="1758687"/>
                <a:ext cx="3204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6" name="Rokopis 25">
                <a:extLst>
                  <a:ext uri="{FF2B5EF4-FFF2-40B4-BE49-F238E27FC236}">
                    <a16:creationId xmlns:a16="http://schemas.microsoft.com/office/drawing/2014/main" id="{01B5AEBB-E540-445C-9ECC-CF791A35D0C1}"/>
                  </a:ext>
                </a:extLst>
              </p14:cNvPr>
              <p14:cNvContentPartPr/>
              <p14:nvPr/>
            </p14:nvContentPartPr>
            <p14:xfrm>
              <a:off x="5669538" y="-44935"/>
              <a:ext cx="12960" cy="138600"/>
            </p14:xfrm>
          </p:contentPart>
        </mc:Choice>
        <mc:Fallback xmlns="">
          <p:pic>
            <p:nvPicPr>
              <p:cNvPr id="26" name="Rokopis 25">
                <a:extLst>
                  <a:ext uri="{FF2B5EF4-FFF2-40B4-BE49-F238E27FC236}">
                    <a16:creationId xmlns:a16="http://schemas.microsoft.com/office/drawing/2014/main" id="{01B5AEBB-E540-445C-9ECC-CF791A35D0C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60538" y="-53935"/>
                <a:ext cx="3060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7" name="Rokopis 26">
                <a:extLst>
                  <a:ext uri="{FF2B5EF4-FFF2-40B4-BE49-F238E27FC236}">
                    <a16:creationId xmlns:a16="http://schemas.microsoft.com/office/drawing/2014/main" id="{C20424F3-E8AC-4BF5-98CB-02F6A110E77A}"/>
                  </a:ext>
                </a:extLst>
              </p14:cNvPr>
              <p14:cNvContentPartPr/>
              <p14:nvPr/>
            </p14:nvContentPartPr>
            <p14:xfrm>
              <a:off x="6211698" y="1647785"/>
              <a:ext cx="14400" cy="142200"/>
            </p14:xfrm>
          </p:contentPart>
        </mc:Choice>
        <mc:Fallback xmlns="">
          <p:pic>
            <p:nvPicPr>
              <p:cNvPr id="27" name="Rokopis 26">
                <a:extLst>
                  <a:ext uri="{FF2B5EF4-FFF2-40B4-BE49-F238E27FC236}">
                    <a16:creationId xmlns:a16="http://schemas.microsoft.com/office/drawing/2014/main" id="{C20424F3-E8AC-4BF5-98CB-02F6A110E77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02698" y="1638785"/>
                <a:ext cx="3204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8" name="Rokopis 27">
                <a:extLst>
                  <a:ext uri="{FF2B5EF4-FFF2-40B4-BE49-F238E27FC236}">
                    <a16:creationId xmlns:a16="http://schemas.microsoft.com/office/drawing/2014/main" id="{A5FDFB3C-FDD0-4E46-96A6-E6493FBD446B}"/>
                  </a:ext>
                </a:extLst>
              </p14:cNvPr>
              <p14:cNvContentPartPr/>
              <p14:nvPr/>
            </p14:nvContentPartPr>
            <p14:xfrm>
              <a:off x="6410058" y="1760825"/>
              <a:ext cx="8280" cy="160920"/>
            </p14:xfrm>
          </p:contentPart>
        </mc:Choice>
        <mc:Fallback xmlns="">
          <p:pic>
            <p:nvPicPr>
              <p:cNvPr id="28" name="Rokopis 27">
                <a:extLst>
                  <a:ext uri="{FF2B5EF4-FFF2-40B4-BE49-F238E27FC236}">
                    <a16:creationId xmlns:a16="http://schemas.microsoft.com/office/drawing/2014/main" id="{A5FDFB3C-FDD0-4E46-96A6-E6493FBD446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01058" y="1752185"/>
                <a:ext cx="2592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9" name="Rokopis 28">
                <a:extLst>
                  <a:ext uri="{FF2B5EF4-FFF2-40B4-BE49-F238E27FC236}">
                    <a16:creationId xmlns:a16="http://schemas.microsoft.com/office/drawing/2014/main" id="{52428232-D994-4BEA-8F82-523152537EF8}"/>
                  </a:ext>
                </a:extLst>
              </p14:cNvPr>
              <p14:cNvContentPartPr/>
              <p14:nvPr/>
            </p14:nvContentPartPr>
            <p14:xfrm>
              <a:off x="6932418" y="1601345"/>
              <a:ext cx="7560" cy="171720"/>
            </p14:xfrm>
          </p:contentPart>
        </mc:Choice>
        <mc:Fallback xmlns="">
          <p:pic>
            <p:nvPicPr>
              <p:cNvPr id="29" name="Rokopis 28">
                <a:extLst>
                  <a:ext uri="{FF2B5EF4-FFF2-40B4-BE49-F238E27FC236}">
                    <a16:creationId xmlns:a16="http://schemas.microsoft.com/office/drawing/2014/main" id="{52428232-D994-4BEA-8F82-523152537EF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923778" y="1592705"/>
                <a:ext cx="252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0" name="Rokopis 49">
                <a:extLst>
                  <a:ext uri="{FF2B5EF4-FFF2-40B4-BE49-F238E27FC236}">
                    <a16:creationId xmlns:a16="http://schemas.microsoft.com/office/drawing/2014/main" id="{AC1F4616-B8A1-4508-84A0-B6F571E8C259}"/>
                  </a:ext>
                </a:extLst>
              </p14:cNvPr>
              <p14:cNvContentPartPr/>
              <p14:nvPr/>
            </p14:nvContentPartPr>
            <p14:xfrm>
              <a:off x="7154178" y="2150345"/>
              <a:ext cx="360" cy="86400"/>
            </p14:xfrm>
          </p:contentPart>
        </mc:Choice>
        <mc:Fallback xmlns="">
          <p:pic>
            <p:nvPicPr>
              <p:cNvPr id="50" name="Rokopis 49">
                <a:extLst>
                  <a:ext uri="{FF2B5EF4-FFF2-40B4-BE49-F238E27FC236}">
                    <a16:creationId xmlns:a16="http://schemas.microsoft.com/office/drawing/2014/main" id="{AC1F4616-B8A1-4508-84A0-B6F571E8C25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145538" y="2141705"/>
                <a:ext cx="1800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1" name="Rokopis 50">
                <a:extLst>
                  <a:ext uri="{FF2B5EF4-FFF2-40B4-BE49-F238E27FC236}">
                    <a16:creationId xmlns:a16="http://schemas.microsoft.com/office/drawing/2014/main" id="{C037C304-B1D9-4F4F-BE83-7C62A66946AC}"/>
                  </a:ext>
                </a:extLst>
              </p14:cNvPr>
              <p14:cNvContentPartPr/>
              <p14:nvPr/>
            </p14:nvContentPartPr>
            <p14:xfrm>
              <a:off x="7557738" y="1876025"/>
              <a:ext cx="6840" cy="97200"/>
            </p14:xfrm>
          </p:contentPart>
        </mc:Choice>
        <mc:Fallback xmlns="">
          <p:pic>
            <p:nvPicPr>
              <p:cNvPr id="51" name="Rokopis 50">
                <a:extLst>
                  <a:ext uri="{FF2B5EF4-FFF2-40B4-BE49-F238E27FC236}">
                    <a16:creationId xmlns:a16="http://schemas.microsoft.com/office/drawing/2014/main" id="{C037C304-B1D9-4F4F-BE83-7C62A66946A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49098" y="1867025"/>
                <a:ext cx="244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5" name="Rokopis 54">
                <a:extLst>
                  <a:ext uri="{FF2B5EF4-FFF2-40B4-BE49-F238E27FC236}">
                    <a16:creationId xmlns:a16="http://schemas.microsoft.com/office/drawing/2014/main" id="{DC9E7EC6-9D3C-48BA-BF95-AB3BF754BDE5}"/>
                  </a:ext>
                </a:extLst>
              </p14:cNvPr>
              <p14:cNvContentPartPr/>
              <p14:nvPr/>
            </p14:nvContentPartPr>
            <p14:xfrm>
              <a:off x="5644698" y="201665"/>
              <a:ext cx="7200" cy="201960"/>
            </p14:xfrm>
          </p:contentPart>
        </mc:Choice>
        <mc:Fallback xmlns="">
          <p:pic>
            <p:nvPicPr>
              <p:cNvPr id="55" name="Rokopis 54">
                <a:extLst>
                  <a:ext uri="{FF2B5EF4-FFF2-40B4-BE49-F238E27FC236}">
                    <a16:creationId xmlns:a16="http://schemas.microsoft.com/office/drawing/2014/main" id="{DC9E7EC6-9D3C-48BA-BF95-AB3BF754BDE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635698" y="193025"/>
                <a:ext cx="2484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6" name="Rokopis 55">
                <a:extLst>
                  <a:ext uri="{FF2B5EF4-FFF2-40B4-BE49-F238E27FC236}">
                    <a16:creationId xmlns:a16="http://schemas.microsoft.com/office/drawing/2014/main" id="{ADC3F733-2544-4FAE-97D1-0076B9E87E25}"/>
                  </a:ext>
                </a:extLst>
              </p14:cNvPr>
              <p14:cNvContentPartPr/>
              <p14:nvPr/>
            </p14:nvContentPartPr>
            <p14:xfrm>
              <a:off x="5625978" y="508385"/>
              <a:ext cx="9720" cy="89640"/>
            </p14:xfrm>
          </p:contentPart>
        </mc:Choice>
        <mc:Fallback xmlns="">
          <p:pic>
            <p:nvPicPr>
              <p:cNvPr id="56" name="Rokopis 55">
                <a:extLst>
                  <a:ext uri="{FF2B5EF4-FFF2-40B4-BE49-F238E27FC236}">
                    <a16:creationId xmlns:a16="http://schemas.microsoft.com/office/drawing/2014/main" id="{ADC3F733-2544-4FAE-97D1-0076B9E87E2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616978" y="499385"/>
                <a:ext cx="2736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7" name="Rokopis 56">
                <a:extLst>
                  <a:ext uri="{FF2B5EF4-FFF2-40B4-BE49-F238E27FC236}">
                    <a16:creationId xmlns:a16="http://schemas.microsoft.com/office/drawing/2014/main" id="{F05417C8-A43D-46BF-9DB8-78A650D9AD90}"/>
                  </a:ext>
                </a:extLst>
              </p14:cNvPr>
              <p14:cNvContentPartPr/>
              <p14:nvPr/>
            </p14:nvContentPartPr>
            <p14:xfrm>
              <a:off x="5623458" y="687665"/>
              <a:ext cx="360" cy="70560"/>
            </p14:xfrm>
          </p:contentPart>
        </mc:Choice>
        <mc:Fallback xmlns="">
          <p:pic>
            <p:nvPicPr>
              <p:cNvPr id="57" name="Rokopis 56">
                <a:extLst>
                  <a:ext uri="{FF2B5EF4-FFF2-40B4-BE49-F238E27FC236}">
                    <a16:creationId xmlns:a16="http://schemas.microsoft.com/office/drawing/2014/main" id="{F05417C8-A43D-46BF-9DB8-78A650D9AD9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614818" y="679025"/>
                <a:ext cx="180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8" name="Rokopis 57">
                <a:extLst>
                  <a:ext uri="{FF2B5EF4-FFF2-40B4-BE49-F238E27FC236}">
                    <a16:creationId xmlns:a16="http://schemas.microsoft.com/office/drawing/2014/main" id="{57F1B107-3E64-4D48-86F4-4F00A0727DDD}"/>
                  </a:ext>
                </a:extLst>
              </p14:cNvPr>
              <p14:cNvContentPartPr/>
              <p14:nvPr/>
            </p14:nvContentPartPr>
            <p14:xfrm>
              <a:off x="5670258" y="1065665"/>
              <a:ext cx="5040" cy="86400"/>
            </p14:xfrm>
          </p:contentPart>
        </mc:Choice>
        <mc:Fallback xmlns="">
          <p:pic>
            <p:nvPicPr>
              <p:cNvPr id="58" name="Rokopis 57">
                <a:extLst>
                  <a:ext uri="{FF2B5EF4-FFF2-40B4-BE49-F238E27FC236}">
                    <a16:creationId xmlns:a16="http://schemas.microsoft.com/office/drawing/2014/main" id="{57F1B107-3E64-4D48-86F4-4F00A0727DD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661618" y="1057025"/>
                <a:ext cx="22680" cy="10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9" name="Skupina 1028">
            <a:extLst>
              <a:ext uri="{FF2B5EF4-FFF2-40B4-BE49-F238E27FC236}">
                <a16:creationId xmlns:a16="http://schemas.microsoft.com/office/drawing/2014/main" id="{72CE9838-26E2-4403-A24B-C5BB0DE881FB}"/>
              </a:ext>
            </a:extLst>
          </p:cNvPr>
          <p:cNvGrpSpPr/>
          <p:nvPr/>
        </p:nvGrpSpPr>
        <p:grpSpPr>
          <a:xfrm>
            <a:off x="5660898" y="1335665"/>
            <a:ext cx="47160" cy="673200"/>
            <a:chOff x="5660898" y="1335665"/>
            <a:chExt cx="47160" cy="67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9" name="Rokopis 58">
                  <a:extLst>
                    <a:ext uri="{FF2B5EF4-FFF2-40B4-BE49-F238E27FC236}">
                      <a16:creationId xmlns:a16="http://schemas.microsoft.com/office/drawing/2014/main" id="{A1514558-8A09-42F2-9E7E-088D4024884A}"/>
                    </a:ext>
                  </a:extLst>
                </p14:cNvPr>
                <p14:cNvContentPartPr/>
                <p14:nvPr/>
              </p14:nvContentPartPr>
              <p14:xfrm>
                <a:off x="5660898" y="1335665"/>
                <a:ext cx="9720" cy="259560"/>
              </p14:xfrm>
            </p:contentPart>
          </mc:Choice>
          <mc:Fallback xmlns="">
            <p:pic>
              <p:nvPicPr>
                <p:cNvPr id="59" name="Rokopis 58">
                  <a:extLst>
                    <a:ext uri="{FF2B5EF4-FFF2-40B4-BE49-F238E27FC236}">
                      <a16:creationId xmlns:a16="http://schemas.microsoft.com/office/drawing/2014/main" id="{A1514558-8A09-42F2-9E7E-088D4024884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52258" y="1326665"/>
                  <a:ext cx="273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0" name="Rokopis 59">
                  <a:extLst>
                    <a:ext uri="{FF2B5EF4-FFF2-40B4-BE49-F238E27FC236}">
                      <a16:creationId xmlns:a16="http://schemas.microsoft.com/office/drawing/2014/main" id="{92BBB927-5527-4E6F-B888-DC7BF0CFB4A5}"/>
                    </a:ext>
                  </a:extLst>
                </p14:cNvPr>
                <p14:cNvContentPartPr/>
                <p14:nvPr/>
              </p14:nvContentPartPr>
              <p14:xfrm>
                <a:off x="5663418" y="1671545"/>
                <a:ext cx="44640" cy="337320"/>
              </p14:xfrm>
            </p:contentPart>
          </mc:Choice>
          <mc:Fallback xmlns="">
            <p:pic>
              <p:nvPicPr>
                <p:cNvPr id="60" name="Rokopis 59">
                  <a:extLst>
                    <a:ext uri="{FF2B5EF4-FFF2-40B4-BE49-F238E27FC236}">
                      <a16:creationId xmlns:a16="http://schemas.microsoft.com/office/drawing/2014/main" id="{92BBB927-5527-4E6F-B888-DC7BF0CFB4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54418" y="1662905"/>
                  <a:ext cx="62280" cy="35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8" name="Skupina 1027">
            <a:extLst>
              <a:ext uri="{FF2B5EF4-FFF2-40B4-BE49-F238E27FC236}">
                <a16:creationId xmlns:a16="http://schemas.microsoft.com/office/drawing/2014/main" id="{3724F7EB-89B1-4F87-8C12-0FFAFEA2DE65}"/>
              </a:ext>
            </a:extLst>
          </p:cNvPr>
          <p:cNvGrpSpPr/>
          <p:nvPr/>
        </p:nvGrpSpPr>
        <p:grpSpPr>
          <a:xfrm>
            <a:off x="5693658" y="2120825"/>
            <a:ext cx="23760" cy="177840"/>
            <a:chOff x="5693658" y="2120825"/>
            <a:chExt cx="23760" cy="17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1" name="Rokopis 60">
                  <a:extLst>
                    <a:ext uri="{FF2B5EF4-FFF2-40B4-BE49-F238E27FC236}">
                      <a16:creationId xmlns:a16="http://schemas.microsoft.com/office/drawing/2014/main" id="{86C91C5D-EDF9-4365-B0C8-C44CD93F1E11}"/>
                    </a:ext>
                  </a:extLst>
                </p14:cNvPr>
                <p14:cNvContentPartPr/>
                <p14:nvPr/>
              </p14:nvContentPartPr>
              <p14:xfrm>
                <a:off x="5707698" y="2120825"/>
                <a:ext cx="9720" cy="50760"/>
              </p14:xfrm>
            </p:contentPart>
          </mc:Choice>
          <mc:Fallback xmlns="">
            <p:pic>
              <p:nvPicPr>
                <p:cNvPr id="61" name="Rokopis 60">
                  <a:extLst>
                    <a:ext uri="{FF2B5EF4-FFF2-40B4-BE49-F238E27FC236}">
                      <a16:creationId xmlns:a16="http://schemas.microsoft.com/office/drawing/2014/main" id="{86C91C5D-EDF9-4365-B0C8-C44CD93F1E1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98698" y="2112185"/>
                  <a:ext cx="273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2" name="Rokopis 61">
                  <a:extLst>
                    <a:ext uri="{FF2B5EF4-FFF2-40B4-BE49-F238E27FC236}">
                      <a16:creationId xmlns:a16="http://schemas.microsoft.com/office/drawing/2014/main" id="{BADBBD36-5C11-4E9D-B1FD-1B7727321323}"/>
                    </a:ext>
                  </a:extLst>
                </p14:cNvPr>
                <p14:cNvContentPartPr/>
                <p14:nvPr/>
              </p14:nvContentPartPr>
              <p14:xfrm>
                <a:off x="5693658" y="2238545"/>
                <a:ext cx="2520" cy="60120"/>
              </p14:xfrm>
            </p:contentPart>
          </mc:Choice>
          <mc:Fallback xmlns="">
            <p:pic>
              <p:nvPicPr>
                <p:cNvPr id="62" name="Rokopis 61">
                  <a:extLst>
                    <a:ext uri="{FF2B5EF4-FFF2-40B4-BE49-F238E27FC236}">
                      <a16:creationId xmlns:a16="http://schemas.microsoft.com/office/drawing/2014/main" id="{BADBBD36-5C11-4E9D-B1FD-1B772732132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84658" y="2229905"/>
                  <a:ext cx="2016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7" name="Skupina 1026">
            <a:extLst>
              <a:ext uri="{FF2B5EF4-FFF2-40B4-BE49-F238E27FC236}">
                <a16:creationId xmlns:a16="http://schemas.microsoft.com/office/drawing/2014/main" id="{120F495D-E04C-4671-B06C-C71F7C8BD3E4}"/>
              </a:ext>
            </a:extLst>
          </p:cNvPr>
          <p:cNvGrpSpPr/>
          <p:nvPr/>
        </p:nvGrpSpPr>
        <p:grpSpPr>
          <a:xfrm>
            <a:off x="5682138" y="2763425"/>
            <a:ext cx="54000" cy="180720"/>
            <a:chOff x="5682138" y="2763425"/>
            <a:chExt cx="54000" cy="1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3" name="Rokopis 62">
                  <a:extLst>
                    <a:ext uri="{FF2B5EF4-FFF2-40B4-BE49-F238E27FC236}">
                      <a16:creationId xmlns:a16="http://schemas.microsoft.com/office/drawing/2014/main" id="{BC84B3AF-296A-4262-8656-7FA67C3BD6ED}"/>
                    </a:ext>
                  </a:extLst>
                </p14:cNvPr>
                <p14:cNvContentPartPr/>
                <p14:nvPr/>
              </p14:nvContentPartPr>
              <p14:xfrm>
                <a:off x="5691138" y="2763425"/>
                <a:ext cx="2520" cy="59040"/>
              </p14:xfrm>
            </p:contentPart>
          </mc:Choice>
          <mc:Fallback xmlns="">
            <p:pic>
              <p:nvPicPr>
                <p:cNvPr id="63" name="Rokopis 62">
                  <a:extLst>
                    <a:ext uri="{FF2B5EF4-FFF2-40B4-BE49-F238E27FC236}">
                      <a16:creationId xmlns:a16="http://schemas.microsoft.com/office/drawing/2014/main" id="{BC84B3AF-296A-4262-8656-7FA67C3BD6E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82498" y="2754785"/>
                  <a:ext cx="201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024" name="Rokopis 1023">
                  <a:extLst>
                    <a:ext uri="{FF2B5EF4-FFF2-40B4-BE49-F238E27FC236}">
                      <a16:creationId xmlns:a16="http://schemas.microsoft.com/office/drawing/2014/main" id="{57EA9729-CA6E-432A-AAFF-4E9138DAF5C5}"/>
                    </a:ext>
                  </a:extLst>
                </p14:cNvPr>
                <p14:cNvContentPartPr/>
                <p14:nvPr/>
              </p14:nvContentPartPr>
              <p14:xfrm>
                <a:off x="5684298" y="2874665"/>
                <a:ext cx="2520" cy="50760"/>
              </p14:xfrm>
            </p:contentPart>
          </mc:Choice>
          <mc:Fallback xmlns="">
            <p:pic>
              <p:nvPicPr>
                <p:cNvPr id="1024" name="Rokopis 1023">
                  <a:extLst>
                    <a:ext uri="{FF2B5EF4-FFF2-40B4-BE49-F238E27FC236}">
                      <a16:creationId xmlns:a16="http://schemas.microsoft.com/office/drawing/2014/main" id="{57EA9729-CA6E-432A-AAFF-4E9138DAF5C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675658" y="2866025"/>
                  <a:ext cx="201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025" name="Rokopis 1024">
                  <a:extLst>
                    <a:ext uri="{FF2B5EF4-FFF2-40B4-BE49-F238E27FC236}">
                      <a16:creationId xmlns:a16="http://schemas.microsoft.com/office/drawing/2014/main" id="{59EAA060-5057-43DF-89AA-A5F637924E20}"/>
                    </a:ext>
                  </a:extLst>
                </p14:cNvPr>
                <p14:cNvContentPartPr/>
                <p14:nvPr/>
              </p14:nvContentPartPr>
              <p14:xfrm>
                <a:off x="5682138" y="2767745"/>
                <a:ext cx="54000" cy="176400"/>
              </p14:xfrm>
            </p:contentPart>
          </mc:Choice>
          <mc:Fallback xmlns="">
            <p:pic>
              <p:nvPicPr>
                <p:cNvPr id="1025" name="Rokopis 1024">
                  <a:extLst>
                    <a:ext uri="{FF2B5EF4-FFF2-40B4-BE49-F238E27FC236}">
                      <a16:creationId xmlns:a16="http://schemas.microsoft.com/office/drawing/2014/main" id="{59EAA060-5057-43DF-89AA-A5F637924E2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673138" y="2759105"/>
                  <a:ext cx="7164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2" name="Skupina 1031">
            <a:extLst>
              <a:ext uri="{FF2B5EF4-FFF2-40B4-BE49-F238E27FC236}">
                <a16:creationId xmlns:a16="http://schemas.microsoft.com/office/drawing/2014/main" id="{DE573F74-1A86-4571-BA83-0C3AFCA79F9A}"/>
              </a:ext>
            </a:extLst>
          </p:cNvPr>
          <p:cNvGrpSpPr/>
          <p:nvPr/>
        </p:nvGrpSpPr>
        <p:grpSpPr>
          <a:xfrm>
            <a:off x="5364618" y="121745"/>
            <a:ext cx="348120" cy="149040"/>
            <a:chOff x="5364618" y="121745"/>
            <a:chExt cx="348120" cy="14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2" name="Rokopis 51">
                  <a:extLst>
                    <a:ext uri="{FF2B5EF4-FFF2-40B4-BE49-F238E27FC236}">
                      <a16:creationId xmlns:a16="http://schemas.microsoft.com/office/drawing/2014/main" id="{9F153599-93EC-4B74-B28D-25942D7C64E8}"/>
                    </a:ext>
                  </a:extLst>
                </p14:cNvPr>
                <p14:cNvContentPartPr/>
                <p14:nvPr/>
              </p14:nvContentPartPr>
              <p14:xfrm>
                <a:off x="5623098" y="133265"/>
                <a:ext cx="89640" cy="80280"/>
              </p14:xfrm>
            </p:contentPart>
          </mc:Choice>
          <mc:Fallback xmlns="">
            <p:pic>
              <p:nvPicPr>
                <p:cNvPr id="52" name="Rokopis 51">
                  <a:extLst>
                    <a:ext uri="{FF2B5EF4-FFF2-40B4-BE49-F238E27FC236}">
                      <a16:creationId xmlns:a16="http://schemas.microsoft.com/office/drawing/2014/main" id="{9F153599-93EC-4B74-B28D-25942D7C64E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14458" y="124625"/>
                  <a:ext cx="1072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3" name="Rokopis 52">
                  <a:extLst>
                    <a:ext uri="{FF2B5EF4-FFF2-40B4-BE49-F238E27FC236}">
                      <a16:creationId xmlns:a16="http://schemas.microsoft.com/office/drawing/2014/main" id="{9F8A46B5-8221-42B4-ADB2-FCC9D0E2E1DB}"/>
                    </a:ext>
                  </a:extLst>
                </p14:cNvPr>
                <p14:cNvContentPartPr/>
                <p14:nvPr/>
              </p14:nvContentPartPr>
              <p14:xfrm>
                <a:off x="5364978" y="121745"/>
                <a:ext cx="275400" cy="149040"/>
              </p14:xfrm>
            </p:contentPart>
          </mc:Choice>
          <mc:Fallback xmlns="">
            <p:pic>
              <p:nvPicPr>
                <p:cNvPr id="53" name="Rokopis 52">
                  <a:extLst>
                    <a:ext uri="{FF2B5EF4-FFF2-40B4-BE49-F238E27FC236}">
                      <a16:creationId xmlns:a16="http://schemas.microsoft.com/office/drawing/2014/main" id="{9F8A46B5-8221-42B4-ADB2-FCC9D0E2E1D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356338" y="113105"/>
                  <a:ext cx="2930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031" name="Rokopis 1030">
                  <a:extLst>
                    <a:ext uri="{FF2B5EF4-FFF2-40B4-BE49-F238E27FC236}">
                      <a16:creationId xmlns:a16="http://schemas.microsoft.com/office/drawing/2014/main" id="{BFBED831-CC92-42F5-9A2F-6107F65CEF5C}"/>
                    </a:ext>
                  </a:extLst>
                </p14:cNvPr>
                <p14:cNvContentPartPr/>
                <p14:nvPr/>
              </p14:nvContentPartPr>
              <p14:xfrm>
                <a:off x="5364618" y="181865"/>
                <a:ext cx="308520" cy="60120"/>
              </p14:xfrm>
            </p:contentPart>
          </mc:Choice>
          <mc:Fallback xmlns="">
            <p:pic>
              <p:nvPicPr>
                <p:cNvPr id="1031" name="Rokopis 1030">
                  <a:extLst>
                    <a:ext uri="{FF2B5EF4-FFF2-40B4-BE49-F238E27FC236}">
                      <a16:creationId xmlns:a16="http://schemas.microsoft.com/office/drawing/2014/main" id="{BFBED831-CC92-42F5-9A2F-6107F65CEF5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355978" y="172865"/>
                  <a:ext cx="326160" cy="77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215678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311"/>
          <a:stretch/>
        </p:blipFill>
        <p:spPr bwMode="auto">
          <a:xfrm>
            <a:off x="-1" y="0"/>
            <a:ext cx="4212000" cy="2924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28"/>
          <a:stretch/>
        </p:blipFill>
        <p:spPr bwMode="auto">
          <a:xfrm>
            <a:off x="705699" y="2934000"/>
            <a:ext cx="7732603" cy="39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77" t="4626" r="-1" b="6673"/>
          <a:stretch/>
        </p:blipFill>
        <p:spPr bwMode="auto">
          <a:xfrm>
            <a:off x="4398696" y="0"/>
            <a:ext cx="4745304" cy="29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4810125" y="2809875"/>
            <a:ext cx="4181475" cy="142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7" name="TextBox 6"/>
          <p:cNvSpPr txBox="1"/>
          <p:nvPr/>
        </p:nvSpPr>
        <p:spPr>
          <a:xfrm>
            <a:off x="5472339" y="268132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39" y="268132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5335" y="268132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5439" y="268132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4564" y="268132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982" y="268132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4400" y="0"/>
            <a:ext cx="162774" cy="28104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5" name="TextBox 14"/>
          <p:cNvSpPr txBox="1"/>
          <p:nvPr/>
        </p:nvSpPr>
        <p:spPr>
          <a:xfrm>
            <a:off x="4712895" y="222503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3371" y="189379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2896" y="156042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3846" y="12151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3371" y="89329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3371" y="55254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3371" y="22645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3371" y="-10477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12054" y="95250"/>
            <a:ext cx="243692" cy="28104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5" name="TextBox 24"/>
          <p:cNvSpPr txBox="1"/>
          <p:nvPr/>
        </p:nvSpPr>
        <p:spPr>
          <a:xfrm rot="16200000">
            <a:off x="4094207" y="1197542"/>
            <a:ext cx="766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400" dirty="0"/>
              <a:t>g(</a:t>
            </a:r>
            <a:r>
              <a:rPr lang="sl-SI" sz="2400" i="1" dirty="0"/>
              <a:t>r</a:t>
            </a:r>
            <a:r>
              <a:rPr lang="sl-SI" sz="2400" baseline="30000" dirty="0"/>
              <a:t>*</a:t>
            </a:r>
            <a:r>
              <a:rPr lang="sl-SI" sz="2400" dirty="0"/>
              <a:t>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81258" y="2561657"/>
            <a:ext cx="243692" cy="2482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7" name="TextBox 26"/>
          <p:cNvSpPr txBox="1"/>
          <p:nvPr/>
        </p:nvSpPr>
        <p:spPr>
          <a:xfrm>
            <a:off x="8821197" y="2458863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400" i="1" dirty="0"/>
              <a:t>r</a:t>
            </a:r>
            <a:r>
              <a:rPr lang="sl-SI" sz="2400" baseline="30000" dirty="0"/>
              <a:t>*</a:t>
            </a:r>
            <a:endParaRPr lang="sl-SI" sz="2400" dirty="0"/>
          </a:p>
        </p:txBody>
      </p:sp>
      <p:grpSp>
        <p:nvGrpSpPr>
          <p:cNvPr id="37" name="Group 36"/>
          <p:cNvGrpSpPr/>
          <p:nvPr/>
        </p:nvGrpSpPr>
        <p:grpSpPr>
          <a:xfrm>
            <a:off x="408199" y="2940020"/>
            <a:ext cx="8030102" cy="3931262"/>
            <a:chOff x="408199" y="2940020"/>
            <a:chExt cx="8030102" cy="3931262"/>
          </a:xfrm>
        </p:grpSpPr>
        <p:sp>
          <p:nvSpPr>
            <p:cNvPr id="38" name="Rectangle 37"/>
            <p:cNvSpPr/>
            <p:nvPr/>
          </p:nvSpPr>
          <p:spPr>
            <a:xfrm>
              <a:off x="450167" y="2940020"/>
              <a:ext cx="812062" cy="39179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23130" y="5058111"/>
              <a:ext cx="6335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0,05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23129" y="3990515"/>
              <a:ext cx="6335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0,10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23128" y="2971431"/>
              <a:ext cx="6335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0,15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08199" y="442471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400" b="1" i="1" dirty="0"/>
                <a:t>p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02566" y="6372666"/>
              <a:ext cx="7835735" cy="4853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124399" y="6240339"/>
              <a:ext cx="397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-4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877492" y="6240339"/>
              <a:ext cx="397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-3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662937" y="6238814"/>
              <a:ext cx="397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-2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411929" y="6238813"/>
              <a:ext cx="397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-1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260272" y="623881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0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26667" y="623728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788630" y="624034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547147" y="624033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3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320290" y="624033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4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086685" y="623881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5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87768" y="6110843"/>
              <a:ext cx="6335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000" dirty="0"/>
                <a:t>0,00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416725" y="6409617"/>
              <a:ext cx="11496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l-SI" sz="2400" b="1" i="1" dirty="0"/>
                <a:t>&lt;E</a:t>
              </a:r>
              <a:r>
                <a:rPr lang="sl-SI" sz="2400" b="1" i="1" baseline="30000" dirty="0"/>
                <a:t>*</a:t>
              </a:r>
              <a:r>
                <a:rPr lang="sl-SI" sz="2400" b="1" i="1" dirty="0"/>
                <a:t>&gt;/N</a:t>
              </a:r>
            </a:p>
          </p:txBody>
        </p:sp>
      </p:grpSp>
      <p:sp>
        <p:nvSpPr>
          <p:cNvPr id="56" name="Up Arrow 55"/>
          <p:cNvSpPr/>
          <p:nvPr/>
        </p:nvSpPr>
        <p:spPr>
          <a:xfrm rot="921337">
            <a:off x="4211980" y="2840340"/>
            <a:ext cx="590889" cy="3328910"/>
          </a:xfrm>
          <a:prstGeom prst="upArrow">
            <a:avLst>
              <a:gd name="adj1" fmla="val 31823"/>
              <a:gd name="adj2" fmla="val 81656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Rokopis 1">
                <a:extLst>
                  <a:ext uri="{FF2B5EF4-FFF2-40B4-BE49-F238E27FC236}">
                    <a16:creationId xmlns:a16="http://schemas.microsoft.com/office/drawing/2014/main" id="{66721E57-CE2D-4650-9CD9-37BDCDC30E3F}"/>
                  </a:ext>
                </a:extLst>
              </p14:cNvPr>
              <p14:cNvContentPartPr/>
              <p14:nvPr/>
            </p14:nvContentPartPr>
            <p14:xfrm>
              <a:off x="5645418" y="1409825"/>
              <a:ext cx="14400" cy="131760"/>
            </p14:xfrm>
          </p:contentPart>
        </mc:Choice>
        <mc:Fallback xmlns="">
          <p:pic>
            <p:nvPicPr>
              <p:cNvPr id="2" name="Rokopis 1">
                <a:extLst>
                  <a:ext uri="{FF2B5EF4-FFF2-40B4-BE49-F238E27FC236}">
                    <a16:creationId xmlns:a16="http://schemas.microsoft.com/office/drawing/2014/main" id="{66721E57-CE2D-4650-9CD9-37BDCDC30E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36778" y="1401185"/>
                <a:ext cx="3204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Rokopis 4">
                <a:extLst>
                  <a:ext uri="{FF2B5EF4-FFF2-40B4-BE49-F238E27FC236}">
                    <a16:creationId xmlns:a16="http://schemas.microsoft.com/office/drawing/2014/main" id="{9CB1D653-774D-4772-A5CD-248F19DD57CE}"/>
                  </a:ext>
                </a:extLst>
              </p14:cNvPr>
              <p14:cNvContentPartPr/>
              <p14:nvPr/>
            </p14:nvContentPartPr>
            <p14:xfrm>
              <a:off x="6321138" y="2003465"/>
              <a:ext cx="18000" cy="97200"/>
            </p14:xfrm>
          </p:contentPart>
        </mc:Choice>
        <mc:Fallback xmlns="">
          <p:pic>
            <p:nvPicPr>
              <p:cNvPr id="5" name="Rokopis 4">
                <a:extLst>
                  <a:ext uri="{FF2B5EF4-FFF2-40B4-BE49-F238E27FC236}">
                    <a16:creationId xmlns:a16="http://schemas.microsoft.com/office/drawing/2014/main" id="{9CB1D653-774D-4772-A5CD-248F19DD57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12498" y="1994825"/>
                <a:ext cx="356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Rokopis 7">
                <a:extLst>
                  <a:ext uri="{FF2B5EF4-FFF2-40B4-BE49-F238E27FC236}">
                    <a16:creationId xmlns:a16="http://schemas.microsoft.com/office/drawing/2014/main" id="{CFF14C85-A72D-4292-A9AC-0A1C48D6DD4D}"/>
                  </a:ext>
                </a:extLst>
              </p14:cNvPr>
              <p14:cNvContentPartPr/>
              <p14:nvPr/>
            </p14:nvContentPartPr>
            <p14:xfrm>
              <a:off x="7002618" y="2166185"/>
              <a:ext cx="11880" cy="69480"/>
            </p14:xfrm>
          </p:contentPart>
        </mc:Choice>
        <mc:Fallback xmlns="">
          <p:pic>
            <p:nvPicPr>
              <p:cNvPr id="8" name="Rokopis 7">
                <a:extLst>
                  <a:ext uri="{FF2B5EF4-FFF2-40B4-BE49-F238E27FC236}">
                    <a16:creationId xmlns:a16="http://schemas.microsoft.com/office/drawing/2014/main" id="{CFF14C85-A72D-4292-A9AC-0A1C48D6DD4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93618" y="2157185"/>
                <a:ext cx="2952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Rokopis 19">
                <a:extLst>
                  <a:ext uri="{FF2B5EF4-FFF2-40B4-BE49-F238E27FC236}">
                    <a16:creationId xmlns:a16="http://schemas.microsoft.com/office/drawing/2014/main" id="{05080C5A-A5E1-4F06-B70F-16A425A9120F}"/>
                  </a:ext>
                </a:extLst>
              </p14:cNvPr>
              <p14:cNvContentPartPr/>
              <p14:nvPr/>
            </p14:nvContentPartPr>
            <p14:xfrm>
              <a:off x="7681578" y="2234225"/>
              <a:ext cx="19080" cy="84960"/>
            </p14:xfrm>
          </p:contentPart>
        </mc:Choice>
        <mc:Fallback xmlns="">
          <p:pic>
            <p:nvPicPr>
              <p:cNvPr id="20" name="Rokopis 19">
                <a:extLst>
                  <a:ext uri="{FF2B5EF4-FFF2-40B4-BE49-F238E27FC236}">
                    <a16:creationId xmlns:a16="http://schemas.microsoft.com/office/drawing/2014/main" id="{05080C5A-A5E1-4F06-B70F-16A425A9120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72578" y="2225585"/>
                <a:ext cx="36720" cy="10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Skupina 58">
            <a:extLst>
              <a:ext uri="{FF2B5EF4-FFF2-40B4-BE49-F238E27FC236}">
                <a16:creationId xmlns:a16="http://schemas.microsoft.com/office/drawing/2014/main" id="{E837D857-6B19-4F93-8B1D-052506E3E086}"/>
              </a:ext>
            </a:extLst>
          </p:cNvPr>
          <p:cNvGrpSpPr/>
          <p:nvPr/>
        </p:nvGrpSpPr>
        <p:grpSpPr>
          <a:xfrm>
            <a:off x="5621298" y="99785"/>
            <a:ext cx="2009160" cy="756360"/>
            <a:chOff x="5621298" y="99785"/>
            <a:chExt cx="2009160" cy="75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8" name="Rokopis 27">
                  <a:extLst>
                    <a:ext uri="{FF2B5EF4-FFF2-40B4-BE49-F238E27FC236}">
                      <a16:creationId xmlns:a16="http://schemas.microsoft.com/office/drawing/2014/main" id="{94FC6C14-89C7-48A7-80D8-265D2B0D07FB}"/>
                    </a:ext>
                  </a:extLst>
                </p14:cNvPr>
                <p14:cNvContentPartPr/>
                <p14:nvPr/>
              </p14:nvContentPartPr>
              <p14:xfrm>
                <a:off x="5621298" y="205985"/>
                <a:ext cx="438480" cy="437040"/>
              </p14:xfrm>
            </p:contentPart>
          </mc:Choice>
          <mc:Fallback xmlns="">
            <p:pic>
              <p:nvPicPr>
                <p:cNvPr id="28" name="Rokopis 27">
                  <a:extLst>
                    <a:ext uri="{FF2B5EF4-FFF2-40B4-BE49-F238E27FC236}">
                      <a16:creationId xmlns:a16="http://schemas.microsoft.com/office/drawing/2014/main" id="{94FC6C14-89C7-48A7-80D8-265D2B0D07F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12658" y="196985"/>
                  <a:ext cx="45612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9" name="Rokopis 28">
                  <a:extLst>
                    <a:ext uri="{FF2B5EF4-FFF2-40B4-BE49-F238E27FC236}">
                      <a16:creationId xmlns:a16="http://schemas.microsoft.com/office/drawing/2014/main" id="{04A86B95-CCB9-4586-AEC2-99B3750F9FA6}"/>
                    </a:ext>
                  </a:extLst>
                </p14:cNvPr>
                <p14:cNvContentPartPr/>
                <p14:nvPr/>
              </p14:nvContentPartPr>
              <p14:xfrm>
                <a:off x="5845218" y="282665"/>
                <a:ext cx="72720" cy="498960"/>
              </p14:xfrm>
            </p:contentPart>
          </mc:Choice>
          <mc:Fallback xmlns="">
            <p:pic>
              <p:nvPicPr>
                <p:cNvPr id="29" name="Rokopis 28">
                  <a:extLst>
                    <a:ext uri="{FF2B5EF4-FFF2-40B4-BE49-F238E27FC236}">
                      <a16:creationId xmlns:a16="http://schemas.microsoft.com/office/drawing/2014/main" id="{04A86B95-CCB9-4586-AEC2-99B3750F9FA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36578" y="273665"/>
                  <a:ext cx="9036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0" name="Rokopis 29">
                  <a:extLst>
                    <a:ext uri="{FF2B5EF4-FFF2-40B4-BE49-F238E27FC236}">
                      <a16:creationId xmlns:a16="http://schemas.microsoft.com/office/drawing/2014/main" id="{845EED4F-11BE-4C6D-800D-11DC25558956}"/>
                    </a:ext>
                  </a:extLst>
                </p14:cNvPr>
                <p14:cNvContentPartPr/>
                <p14:nvPr/>
              </p14:nvContentPartPr>
              <p14:xfrm>
                <a:off x="5998938" y="593345"/>
                <a:ext cx="162000" cy="137880"/>
              </p14:xfrm>
            </p:contentPart>
          </mc:Choice>
          <mc:Fallback xmlns="">
            <p:pic>
              <p:nvPicPr>
                <p:cNvPr id="30" name="Rokopis 29">
                  <a:extLst>
                    <a:ext uri="{FF2B5EF4-FFF2-40B4-BE49-F238E27FC236}">
                      <a16:creationId xmlns:a16="http://schemas.microsoft.com/office/drawing/2014/main" id="{845EED4F-11BE-4C6D-800D-11DC2555895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89938" y="584345"/>
                  <a:ext cx="1796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1" name="Rokopis 30">
                  <a:extLst>
                    <a:ext uri="{FF2B5EF4-FFF2-40B4-BE49-F238E27FC236}">
                      <a16:creationId xmlns:a16="http://schemas.microsoft.com/office/drawing/2014/main" id="{16417751-3FD2-4FC9-99E1-32AD0628C121}"/>
                    </a:ext>
                  </a:extLst>
                </p14:cNvPr>
                <p14:cNvContentPartPr/>
                <p14:nvPr/>
              </p14:nvContentPartPr>
              <p14:xfrm>
                <a:off x="6265698" y="99785"/>
                <a:ext cx="53640" cy="622800"/>
              </p14:xfrm>
            </p:contentPart>
          </mc:Choice>
          <mc:Fallback xmlns="">
            <p:pic>
              <p:nvPicPr>
                <p:cNvPr id="31" name="Rokopis 30">
                  <a:extLst>
                    <a:ext uri="{FF2B5EF4-FFF2-40B4-BE49-F238E27FC236}">
                      <a16:creationId xmlns:a16="http://schemas.microsoft.com/office/drawing/2014/main" id="{16417751-3FD2-4FC9-99E1-32AD0628C12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56698" y="91145"/>
                  <a:ext cx="71280" cy="64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2" name="Rokopis 31">
                  <a:extLst>
                    <a:ext uri="{FF2B5EF4-FFF2-40B4-BE49-F238E27FC236}">
                      <a16:creationId xmlns:a16="http://schemas.microsoft.com/office/drawing/2014/main" id="{8CD1B54C-67F5-43EE-BDDF-AF7D62A035E2}"/>
                    </a:ext>
                  </a:extLst>
                </p14:cNvPr>
                <p14:cNvContentPartPr/>
                <p14:nvPr/>
              </p14:nvContentPartPr>
              <p14:xfrm>
                <a:off x="6297378" y="463025"/>
                <a:ext cx="196920" cy="281880"/>
              </p14:xfrm>
            </p:contentPart>
          </mc:Choice>
          <mc:Fallback xmlns="">
            <p:pic>
              <p:nvPicPr>
                <p:cNvPr id="32" name="Rokopis 31">
                  <a:extLst>
                    <a:ext uri="{FF2B5EF4-FFF2-40B4-BE49-F238E27FC236}">
                      <a16:creationId xmlns:a16="http://schemas.microsoft.com/office/drawing/2014/main" id="{8CD1B54C-67F5-43EE-BDDF-AF7D62A035E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88738" y="454385"/>
                  <a:ext cx="2145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3" name="Rokopis 32">
                  <a:extLst>
                    <a:ext uri="{FF2B5EF4-FFF2-40B4-BE49-F238E27FC236}">
                      <a16:creationId xmlns:a16="http://schemas.microsoft.com/office/drawing/2014/main" id="{A3F30BAB-5777-49CF-8A86-C31C16DAFC4A}"/>
                    </a:ext>
                  </a:extLst>
                </p14:cNvPr>
                <p14:cNvContentPartPr/>
                <p14:nvPr/>
              </p14:nvContentPartPr>
              <p14:xfrm>
                <a:off x="6540018" y="594425"/>
                <a:ext cx="136080" cy="122400"/>
              </p14:xfrm>
            </p:contentPart>
          </mc:Choice>
          <mc:Fallback xmlns="">
            <p:pic>
              <p:nvPicPr>
                <p:cNvPr id="33" name="Rokopis 32">
                  <a:extLst>
                    <a:ext uri="{FF2B5EF4-FFF2-40B4-BE49-F238E27FC236}">
                      <a16:creationId xmlns:a16="http://schemas.microsoft.com/office/drawing/2014/main" id="{A3F30BAB-5777-49CF-8A86-C31C16DAFC4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31378" y="585425"/>
                  <a:ext cx="1537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4" name="Rokopis 33">
                  <a:extLst>
                    <a:ext uri="{FF2B5EF4-FFF2-40B4-BE49-F238E27FC236}">
                      <a16:creationId xmlns:a16="http://schemas.microsoft.com/office/drawing/2014/main" id="{50846E88-003A-4A55-9193-14AE827C3B52}"/>
                    </a:ext>
                  </a:extLst>
                </p14:cNvPr>
                <p14:cNvContentPartPr/>
                <p14:nvPr/>
              </p14:nvContentPartPr>
              <p14:xfrm>
                <a:off x="6731538" y="578585"/>
                <a:ext cx="133560" cy="157680"/>
              </p14:xfrm>
            </p:contentPart>
          </mc:Choice>
          <mc:Fallback xmlns="">
            <p:pic>
              <p:nvPicPr>
                <p:cNvPr id="34" name="Rokopis 33">
                  <a:extLst>
                    <a:ext uri="{FF2B5EF4-FFF2-40B4-BE49-F238E27FC236}">
                      <a16:creationId xmlns:a16="http://schemas.microsoft.com/office/drawing/2014/main" id="{50846E88-003A-4A55-9193-14AE827C3B5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22898" y="569945"/>
                  <a:ext cx="1512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5" name="Rokopis 34">
                  <a:extLst>
                    <a:ext uri="{FF2B5EF4-FFF2-40B4-BE49-F238E27FC236}">
                      <a16:creationId xmlns:a16="http://schemas.microsoft.com/office/drawing/2014/main" id="{40417A92-3EFC-47F2-984A-01D53715D062}"/>
                    </a:ext>
                  </a:extLst>
                </p14:cNvPr>
                <p14:cNvContentPartPr/>
                <p14:nvPr/>
              </p14:nvContentPartPr>
              <p14:xfrm>
                <a:off x="6780858" y="461945"/>
                <a:ext cx="72720" cy="50760"/>
              </p14:xfrm>
            </p:contentPart>
          </mc:Choice>
          <mc:Fallback xmlns="">
            <p:pic>
              <p:nvPicPr>
                <p:cNvPr id="35" name="Rokopis 34">
                  <a:extLst>
                    <a:ext uri="{FF2B5EF4-FFF2-40B4-BE49-F238E27FC236}">
                      <a16:creationId xmlns:a16="http://schemas.microsoft.com/office/drawing/2014/main" id="{40417A92-3EFC-47F2-984A-01D53715D06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72218" y="453305"/>
                  <a:ext cx="903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6" name="Rokopis 35">
                  <a:extLst>
                    <a:ext uri="{FF2B5EF4-FFF2-40B4-BE49-F238E27FC236}">
                      <a16:creationId xmlns:a16="http://schemas.microsoft.com/office/drawing/2014/main" id="{4403EBD7-965F-4604-8815-CAB00ADEEB1C}"/>
                    </a:ext>
                  </a:extLst>
                </p14:cNvPr>
                <p14:cNvContentPartPr/>
                <p14:nvPr/>
              </p14:nvContentPartPr>
              <p14:xfrm>
                <a:off x="6972378" y="479945"/>
                <a:ext cx="51840" cy="376200"/>
              </p14:xfrm>
            </p:contentPart>
          </mc:Choice>
          <mc:Fallback xmlns="">
            <p:pic>
              <p:nvPicPr>
                <p:cNvPr id="36" name="Rokopis 35">
                  <a:extLst>
                    <a:ext uri="{FF2B5EF4-FFF2-40B4-BE49-F238E27FC236}">
                      <a16:creationId xmlns:a16="http://schemas.microsoft.com/office/drawing/2014/main" id="{4403EBD7-965F-4604-8815-CAB00ADEEB1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63378" y="470945"/>
                  <a:ext cx="6948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7" name="Rokopis 56">
                  <a:extLst>
                    <a:ext uri="{FF2B5EF4-FFF2-40B4-BE49-F238E27FC236}">
                      <a16:creationId xmlns:a16="http://schemas.microsoft.com/office/drawing/2014/main" id="{12F7CCDA-89FB-4D81-8305-C4741E12312C}"/>
                    </a:ext>
                  </a:extLst>
                </p14:cNvPr>
                <p14:cNvContentPartPr/>
                <p14:nvPr/>
              </p14:nvContentPartPr>
              <p14:xfrm>
                <a:off x="7133298" y="531425"/>
                <a:ext cx="233640" cy="314280"/>
              </p14:xfrm>
            </p:contentPart>
          </mc:Choice>
          <mc:Fallback xmlns="">
            <p:pic>
              <p:nvPicPr>
                <p:cNvPr id="57" name="Rokopis 56">
                  <a:extLst>
                    <a:ext uri="{FF2B5EF4-FFF2-40B4-BE49-F238E27FC236}">
                      <a16:creationId xmlns:a16="http://schemas.microsoft.com/office/drawing/2014/main" id="{12F7CCDA-89FB-4D81-8305-C4741E12312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24298" y="522425"/>
                  <a:ext cx="251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8" name="Rokopis 57">
                  <a:extLst>
                    <a:ext uri="{FF2B5EF4-FFF2-40B4-BE49-F238E27FC236}">
                      <a16:creationId xmlns:a16="http://schemas.microsoft.com/office/drawing/2014/main" id="{A8E1D561-FE71-4354-83D3-54AC59EB2D65}"/>
                    </a:ext>
                  </a:extLst>
                </p14:cNvPr>
                <p14:cNvContentPartPr/>
                <p14:nvPr/>
              </p14:nvContentPartPr>
              <p14:xfrm>
                <a:off x="7429578" y="502625"/>
                <a:ext cx="200880" cy="272880"/>
              </p14:xfrm>
            </p:contentPart>
          </mc:Choice>
          <mc:Fallback xmlns="">
            <p:pic>
              <p:nvPicPr>
                <p:cNvPr id="58" name="Rokopis 57">
                  <a:extLst>
                    <a:ext uri="{FF2B5EF4-FFF2-40B4-BE49-F238E27FC236}">
                      <a16:creationId xmlns:a16="http://schemas.microsoft.com/office/drawing/2014/main" id="{A8E1D561-FE71-4354-83D3-54AC59EB2D6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420578" y="493625"/>
                  <a:ext cx="218520" cy="290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427686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104"/>
          <a:stretch/>
        </p:blipFill>
        <p:spPr bwMode="auto">
          <a:xfrm>
            <a:off x="0" y="2176892"/>
            <a:ext cx="4020921" cy="29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40" t="4592" r="-1" b="5550"/>
          <a:stretch/>
        </p:blipFill>
        <p:spPr bwMode="auto">
          <a:xfrm>
            <a:off x="4428000" y="2176892"/>
            <a:ext cx="4716000" cy="3109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Rectangle 23"/>
          <p:cNvSpPr/>
          <p:nvPr/>
        </p:nvSpPr>
        <p:spPr>
          <a:xfrm>
            <a:off x="4868181" y="5131907"/>
            <a:ext cx="4181475" cy="142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5" name="Rectangle 24"/>
          <p:cNvSpPr/>
          <p:nvPr/>
        </p:nvSpPr>
        <p:spPr>
          <a:xfrm>
            <a:off x="8948058" y="4969239"/>
            <a:ext cx="166914" cy="140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6" name="Rectangle 25"/>
          <p:cNvSpPr/>
          <p:nvPr/>
        </p:nvSpPr>
        <p:spPr>
          <a:xfrm>
            <a:off x="4428000" y="2176892"/>
            <a:ext cx="515475" cy="30260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8" name="TextBox 7"/>
          <p:cNvSpPr txBox="1"/>
          <p:nvPr/>
        </p:nvSpPr>
        <p:spPr>
          <a:xfrm>
            <a:off x="5512304" y="501465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0004" y="501465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5300" y="501465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5404" y="501465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529" y="501465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6947" y="501465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2860" y="451679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3336" y="415785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2861" y="383833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3811" y="347918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3336" y="311578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3336" y="276117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3336" y="24212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3336" y="206229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000" dirty="0"/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4134172" y="3530869"/>
            <a:ext cx="766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400" dirty="0"/>
              <a:t>g(</a:t>
            </a:r>
            <a:r>
              <a:rPr lang="sl-SI" sz="2400" i="1" dirty="0"/>
              <a:t>r</a:t>
            </a:r>
            <a:r>
              <a:rPr lang="sl-SI" sz="2400" baseline="30000" dirty="0"/>
              <a:t>*</a:t>
            </a:r>
            <a:r>
              <a:rPr lang="sl-SI" sz="2400" dirty="0"/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1162" y="4792190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400" i="1" dirty="0"/>
              <a:t>r</a:t>
            </a:r>
            <a:r>
              <a:rPr lang="sl-SI" sz="2400" baseline="30000" dirty="0"/>
              <a:t>*</a:t>
            </a:r>
            <a:endParaRPr lang="sl-SI" sz="2400" dirty="0"/>
          </a:p>
        </p:txBody>
      </p:sp>
      <p:sp>
        <p:nvSpPr>
          <p:cNvPr id="50" name="TextBox 49"/>
          <p:cNvSpPr txBox="1"/>
          <p:nvPr/>
        </p:nvSpPr>
        <p:spPr>
          <a:xfrm>
            <a:off x="3548541" y="653910"/>
            <a:ext cx="1394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2800" i="1" dirty="0"/>
              <a:t>T</a:t>
            </a:r>
            <a:r>
              <a:rPr lang="sl-SI" sz="2800" baseline="30000" dirty="0"/>
              <a:t>* </a:t>
            </a:r>
            <a:r>
              <a:rPr lang="sl-SI" sz="2800" dirty="0"/>
              <a:t>= 100</a:t>
            </a:r>
            <a:endParaRPr lang="sl-SI" sz="2800" baseline="30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Rokopis 1">
                <a:extLst>
                  <a:ext uri="{FF2B5EF4-FFF2-40B4-BE49-F238E27FC236}">
                    <a16:creationId xmlns:a16="http://schemas.microsoft.com/office/drawing/2014/main" id="{D42BB106-FF70-49C9-9512-53AE0A4AFFD3}"/>
                  </a:ext>
                </a:extLst>
              </p14:cNvPr>
              <p14:cNvContentPartPr/>
              <p14:nvPr/>
            </p14:nvContentPartPr>
            <p14:xfrm>
              <a:off x="5489538" y="4459025"/>
              <a:ext cx="90720" cy="153720"/>
            </p14:xfrm>
          </p:contentPart>
        </mc:Choice>
        <mc:Fallback xmlns="">
          <p:pic>
            <p:nvPicPr>
              <p:cNvPr id="2" name="Rokopis 1">
                <a:extLst>
                  <a:ext uri="{FF2B5EF4-FFF2-40B4-BE49-F238E27FC236}">
                    <a16:creationId xmlns:a16="http://schemas.microsoft.com/office/drawing/2014/main" id="{D42BB106-FF70-49C9-9512-53AE0A4AFF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0538" y="4450385"/>
                <a:ext cx="1083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Rokopis 2">
                <a:extLst>
                  <a:ext uri="{FF2B5EF4-FFF2-40B4-BE49-F238E27FC236}">
                    <a16:creationId xmlns:a16="http://schemas.microsoft.com/office/drawing/2014/main" id="{84F17A56-DB65-453C-B3FE-2287700327BB}"/>
                  </a:ext>
                </a:extLst>
              </p14:cNvPr>
              <p14:cNvContentPartPr/>
              <p14:nvPr/>
            </p14:nvContentPartPr>
            <p14:xfrm>
              <a:off x="5625978" y="4661705"/>
              <a:ext cx="3290400" cy="82440"/>
            </p14:xfrm>
          </p:contentPart>
        </mc:Choice>
        <mc:Fallback xmlns="">
          <p:pic>
            <p:nvPicPr>
              <p:cNvPr id="3" name="Rokopis 2">
                <a:extLst>
                  <a:ext uri="{FF2B5EF4-FFF2-40B4-BE49-F238E27FC236}">
                    <a16:creationId xmlns:a16="http://schemas.microsoft.com/office/drawing/2014/main" id="{84F17A56-DB65-453C-B3FE-2287700327B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16978" y="4653065"/>
                <a:ext cx="33080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Rokopis 3">
                <a:extLst>
                  <a:ext uri="{FF2B5EF4-FFF2-40B4-BE49-F238E27FC236}">
                    <a16:creationId xmlns:a16="http://schemas.microsoft.com/office/drawing/2014/main" id="{833A7423-3F39-473E-B7AE-D1B17D182C81}"/>
                  </a:ext>
                </a:extLst>
              </p14:cNvPr>
              <p14:cNvContentPartPr/>
              <p14:nvPr/>
            </p14:nvContentPartPr>
            <p14:xfrm>
              <a:off x="5509338" y="4352825"/>
              <a:ext cx="54000" cy="315360"/>
            </p14:xfrm>
          </p:contentPart>
        </mc:Choice>
        <mc:Fallback xmlns="">
          <p:pic>
            <p:nvPicPr>
              <p:cNvPr id="4" name="Rokopis 3">
                <a:extLst>
                  <a:ext uri="{FF2B5EF4-FFF2-40B4-BE49-F238E27FC236}">
                    <a16:creationId xmlns:a16="http://schemas.microsoft.com/office/drawing/2014/main" id="{833A7423-3F39-473E-B7AE-D1B17D182C8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00338" y="4344185"/>
                <a:ext cx="7164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Rokopis 4">
                <a:extLst>
                  <a:ext uri="{FF2B5EF4-FFF2-40B4-BE49-F238E27FC236}">
                    <a16:creationId xmlns:a16="http://schemas.microsoft.com/office/drawing/2014/main" id="{F6845F88-BE2D-4C5D-87AB-517A2AB70A3B}"/>
                  </a:ext>
                </a:extLst>
              </p14:cNvPr>
              <p14:cNvContentPartPr/>
              <p14:nvPr/>
            </p14:nvContentPartPr>
            <p14:xfrm>
              <a:off x="5462898" y="4093625"/>
              <a:ext cx="158760" cy="186120"/>
            </p14:xfrm>
          </p:contentPart>
        </mc:Choice>
        <mc:Fallback xmlns="">
          <p:pic>
            <p:nvPicPr>
              <p:cNvPr id="5" name="Rokopis 4">
                <a:extLst>
                  <a:ext uri="{FF2B5EF4-FFF2-40B4-BE49-F238E27FC236}">
                    <a16:creationId xmlns:a16="http://schemas.microsoft.com/office/drawing/2014/main" id="{F6845F88-BE2D-4C5D-87AB-517A2AB70A3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4258" y="4084985"/>
                <a:ext cx="176400" cy="20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Skupina 29">
            <a:extLst>
              <a:ext uri="{FF2B5EF4-FFF2-40B4-BE49-F238E27FC236}">
                <a16:creationId xmlns:a16="http://schemas.microsoft.com/office/drawing/2014/main" id="{EE3115EA-ED59-4F99-B0B7-D975C1BB93C6}"/>
              </a:ext>
            </a:extLst>
          </p:cNvPr>
          <p:cNvGrpSpPr/>
          <p:nvPr/>
        </p:nvGrpSpPr>
        <p:grpSpPr>
          <a:xfrm>
            <a:off x="4246818" y="1387505"/>
            <a:ext cx="741240" cy="281520"/>
            <a:chOff x="4246818" y="1387505"/>
            <a:chExt cx="74124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Rokopis 5">
                  <a:extLst>
                    <a:ext uri="{FF2B5EF4-FFF2-40B4-BE49-F238E27FC236}">
                      <a16:creationId xmlns:a16="http://schemas.microsoft.com/office/drawing/2014/main" id="{E3006C24-74AE-492D-B767-1FA7C3E56F62}"/>
                    </a:ext>
                  </a:extLst>
                </p14:cNvPr>
                <p14:cNvContentPartPr/>
                <p14:nvPr/>
              </p14:nvContentPartPr>
              <p14:xfrm>
                <a:off x="4246818" y="1387505"/>
                <a:ext cx="84600" cy="277920"/>
              </p14:xfrm>
            </p:contentPart>
          </mc:Choice>
          <mc:Fallback xmlns="">
            <p:pic>
              <p:nvPicPr>
                <p:cNvPr id="6" name="Rokopis 5">
                  <a:extLst>
                    <a:ext uri="{FF2B5EF4-FFF2-40B4-BE49-F238E27FC236}">
                      <a16:creationId xmlns:a16="http://schemas.microsoft.com/office/drawing/2014/main" id="{E3006C24-74AE-492D-B767-1FA7C3E56F6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37818" y="1378865"/>
                  <a:ext cx="1022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7" name="Rokopis 26">
                  <a:extLst>
                    <a:ext uri="{FF2B5EF4-FFF2-40B4-BE49-F238E27FC236}">
                      <a16:creationId xmlns:a16="http://schemas.microsoft.com/office/drawing/2014/main" id="{C5F97ECF-120B-4738-BE98-1B8FD6A54326}"/>
                    </a:ext>
                  </a:extLst>
                </p14:cNvPr>
                <p14:cNvContentPartPr/>
                <p14:nvPr/>
              </p14:nvContentPartPr>
              <p14:xfrm>
                <a:off x="4379298" y="1416305"/>
                <a:ext cx="179640" cy="235440"/>
              </p14:xfrm>
            </p:contentPart>
          </mc:Choice>
          <mc:Fallback xmlns="">
            <p:pic>
              <p:nvPicPr>
                <p:cNvPr id="27" name="Rokopis 26">
                  <a:extLst>
                    <a:ext uri="{FF2B5EF4-FFF2-40B4-BE49-F238E27FC236}">
                      <a16:creationId xmlns:a16="http://schemas.microsoft.com/office/drawing/2014/main" id="{C5F97ECF-120B-4738-BE98-1B8FD6A5432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70298" y="1407665"/>
                  <a:ext cx="1972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8" name="Rokopis 27">
                  <a:extLst>
                    <a:ext uri="{FF2B5EF4-FFF2-40B4-BE49-F238E27FC236}">
                      <a16:creationId xmlns:a16="http://schemas.microsoft.com/office/drawing/2014/main" id="{6E8E97DD-E38B-45A7-AD96-B7ED8FE3A1A6}"/>
                    </a:ext>
                  </a:extLst>
                </p14:cNvPr>
                <p14:cNvContentPartPr/>
                <p14:nvPr/>
              </p14:nvContentPartPr>
              <p14:xfrm>
                <a:off x="4551018" y="1457705"/>
                <a:ext cx="174600" cy="211320"/>
              </p14:xfrm>
            </p:contentPart>
          </mc:Choice>
          <mc:Fallback xmlns="">
            <p:pic>
              <p:nvPicPr>
                <p:cNvPr id="28" name="Rokopis 27">
                  <a:extLst>
                    <a:ext uri="{FF2B5EF4-FFF2-40B4-BE49-F238E27FC236}">
                      <a16:creationId xmlns:a16="http://schemas.microsoft.com/office/drawing/2014/main" id="{6E8E97DD-E38B-45A7-AD96-B7ED8FE3A1A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542378" y="1448705"/>
                  <a:ext cx="1922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9" name="Rokopis 28">
                  <a:extLst>
                    <a:ext uri="{FF2B5EF4-FFF2-40B4-BE49-F238E27FC236}">
                      <a16:creationId xmlns:a16="http://schemas.microsoft.com/office/drawing/2014/main" id="{F7A9133D-2314-4067-9C5E-0AD027B75195}"/>
                    </a:ext>
                  </a:extLst>
                </p14:cNvPr>
                <p14:cNvContentPartPr/>
                <p14:nvPr/>
              </p14:nvContentPartPr>
              <p14:xfrm>
                <a:off x="4745778" y="1428185"/>
                <a:ext cx="242280" cy="235800"/>
              </p14:xfrm>
            </p:contentPart>
          </mc:Choice>
          <mc:Fallback xmlns="">
            <p:pic>
              <p:nvPicPr>
                <p:cNvPr id="29" name="Rokopis 28">
                  <a:extLst>
                    <a:ext uri="{FF2B5EF4-FFF2-40B4-BE49-F238E27FC236}">
                      <a16:creationId xmlns:a16="http://schemas.microsoft.com/office/drawing/2014/main" id="{F7A9133D-2314-4067-9C5E-0AD027B7519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737138" y="1419545"/>
                  <a:ext cx="25992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Skupina 34">
            <a:extLst>
              <a:ext uri="{FF2B5EF4-FFF2-40B4-BE49-F238E27FC236}">
                <a16:creationId xmlns:a16="http://schemas.microsoft.com/office/drawing/2014/main" id="{D2A2ECCD-EB1B-480B-AD61-DABE514A5703}"/>
              </a:ext>
            </a:extLst>
          </p:cNvPr>
          <p:cNvGrpSpPr/>
          <p:nvPr/>
        </p:nvGrpSpPr>
        <p:grpSpPr>
          <a:xfrm>
            <a:off x="3302178" y="1423505"/>
            <a:ext cx="770400" cy="273600"/>
            <a:chOff x="3302178" y="1423505"/>
            <a:chExt cx="77040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1" name="Rokopis 30">
                  <a:extLst>
                    <a:ext uri="{FF2B5EF4-FFF2-40B4-BE49-F238E27FC236}">
                      <a16:creationId xmlns:a16="http://schemas.microsoft.com/office/drawing/2014/main" id="{15DB1895-BDB5-4341-B842-B9D232160A5B}"/>
                    </a:ext>
                  </a:extLst>
                </p14:cNvPr>
                <p14:cNvContentPartPr/>
                <p14:nvPr/>
              </p14:nvContentPartPr>
              <p14:xfrm>
                <a:off x="3302178" y="1423505"/>
                <a:ext cx="54000" cy="273600"/>
              </p14:xfrm>
            </p:contentPart>
          </mc:Choice>
          <mc:Fallback xmlns="">
            <p:pic>
              <p:nvPicPr>
                <p:cNvPr id="31" name="Rokopis 30">
                  <a:extLst>
                    <a:ext uri="{FF2B5EF4-FFF2-40B4-BE49-F238E27FC236}">
                      <a16:creationId xmlns:a16="http://schemas.microsoft.com/office/drawing/2014/main" id="{15DB1895-BDB5-4341-B842-B9D232160A5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293178" y="1414505"/>
                  <a:ext cx="716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2" name="Rokopis 31">
                  <a:extLst>
                    <a:ext uri="{FF2B5EF4-FFF2-40B4-BE49-F238E27FC236}">
                      <a16:creationId xmlns:a16="http://schemas.microsoft.com/office/drawing/2014/main" id="{1AA34161-5DCC-4C9E-A763-B7E215E29855}"/>
                    </a:ext>
                  </a:extLst>
                </p14:cNvPr>
                <p14:cNvContentPartPr/>
                <p14:nvPr/>
              </p14:nvContentPartPr>
              <p14:xfrm>
                <a:off x="3388938" y="1426025"/>
                <a:ext cx="251280" cy="241560"/>
              </p14:xfrm>
            </p:contentPart>
          </mc:Choice>
          <mc:Fallback xmlns="">
            <p:pic>
              <p:nvPicPr>
                <p:cNvPr id="32" name="Rokopis 31">
                  <a:extLst>
                    <a:ext uri="{FF2B5EF4-FFF2-40B4-BE49-F238E27FC236}">
                      <a16:creationId xmlns:a16="http://schemas.microsoft.com/office/drawing/2014/main" id="{1AA34161-5DCC-4C9E-A763-B7E215E2985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80298" y="1417025"/>
                  <a:ext cx="2689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3" name="Rokopis 32">
                  <a:extLst>
                    <a:ext uri="{FF2B5EF4-FFF2-40B4-BE49-F238E27FC236}">
                      <a16:creationId xmlns:a16="http://schemas.microsoft.com/office/drawing/2014/main" id="{D24A6479-28E4-4011-8738-D24B960A4B52}"/>
                    </a:ext>
                  </a:extLst>
                </p14:cNvPr>
                <p14:cNvContentPartPr/>
                <p14:nvPr/>
              </p14:nvContentPartPr>
              <p14:xfrm>
                <a:off x="3644898" y="1535105"/>
                <a:ext cx="147600" cy="136080"/>
              </p14:xfrm>
            </p:contentPart>
          </mc:Choice>
          <mc:Fallback xmlns="">
            <p:pic>
              <p:nvPicPr>
                <p:cNvPr id="33" name="Rokopis 32">
                  <a:extLst>
                    <a:ext uri="{FF2B5EF4-FFF2-40B4-BE49-F238E27FC236}">
                      <a16:creationId xmlns:a16="http://schemas.microsoft.com/office/drawing/2014/main" id="{D24A6479-28E4-4011-8738-D24B960A4B5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635898" y="1526465"/>
                  <a:ext cx="1652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4" name="Rokopis 33">
                  <a:extLst>
                    <a:ext uri="{FF2B5EF4-FFF2-40B4-BE49-F238E27FC236}">
                      <a16:creationId xmlns:a16="http://schemas.microsoft.com/office/drawing/2014/main" id="{7D8448F7-99B4-41BF-A6C2-9DBCC070C38E}"/>
                    </a:ext>
                  </a:extLst>
                </p14:cNvPr>
                <p14:cNvContentPartPr/>
                <p14:nvPr/>
              </p14:nvContentPartPr>
              <p14:xfrm>
                <a:off x="3941538" y="1554185"/>
                <a:ext cx="131040" cy="7560"/>
              </p14:xfrm>
            </p:contentPart>
          </mc:Choice>
          <mc:Fallback xmlns="">
            <p:pic>
              <p:nvPicPr>
                <p:cNvPr id="34" name="Rokopis 33">
                  <a:extLst>
                    <a:ext uri="{FF2B5EF4-FFF2-40B4-BE49-F238E27FC236}">
                      <a16:creationId xmlns:a16="http://schemas.microsoft.com/office/drawing/2014/main" id="{7D8448F7-99B4-41BF-A6C2-9DBCC070C38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32538" y="1545185"/>
                  <a:ext cx="14868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Skupina 37">
            <a:extLst>
              <a:ext uri="{FF2B5EF4-FFF2-40B4-BE49-F238E27FC236}">
                <a16:creationId xmlns:a16="http://schemas.microsoft.com/office/drawing/2014/main" id="{4E274797-EE08-4A4F-9737-F5FDA884A9C1}"/>
              </a:ext>
            </a:extLst>
          </p:cNvPr>
          <p:cNvGrpSpPr/>
          <p:nvPr/>
        </p:nvGrpSpPr>
        <p:grpSpPr>
          <a:xfrm>
            <a:off x="5926578" y="3501065"/>
            <a:ext cx="248040" cy="827640"/>
            <a:chOff x="5926578" y="3501065"/>
            <a:chExt cx="248040" cy="82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6" name="Rokopis 35">
                  <a:extLst>
                    <a:ext uri="{FF2B5EF4-FFF2-40B4-BE49-F238E27FC236}">
                      <a16:creationId xmlns:a16="http://schemas.microsoft.com/office/drawing/2014/main" id="{E7556647-F07E-48E0-BDE7-FD236D459254}"/>
                    </a:ext>
                  </a:extLst>
                </p14:cNvPr>
                <p14:cNvContentPartPr/>
                <p14:nvPr/>
              </p14:nvContentPartPr>
              <p14:xfrm>
                <a:off x="5961858" y="3501065"/>
                <a:ext cx="180000" cy="815760"/>
              </p14:xfrm>
            </p:contentPart>
          </mc:Choice>
          <mc:Fallback xmlns="">
            <p:pic>
              <p:nvPicPr>
                <p:cNvPr id="36" name="Rokopis 35">
                  <a:extLst>
                    <a:ext uri="{FF2B5EF4-FFF2-40B4-BE49-F238E27FC236}">
                      <a16:creationId xmlns:a16="http://schemas.microsoft.com/office/drawing/2014/main" id="{E7556647-F07E-48E0-BDE7-FD236D45925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953218" y="3492065"/>
                  <a:ext cx="197640" cy="83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7" name="Rokopis 36">
                  <a:extLst>
                    <a:ext uri="{FF2B5EF4-FFF2-40B4-BE49-F238E27FC236}">
                      <a16:creationId xmlns:a16="http://schemas.microsoft.com/office/drawing/2014/main" id="{F964EC18-BE09-4C71-ABA8-81BA5D39BF91}"/>
                    </a:ext>
                  </a:extLst>
                </p14:cNvPr>
                <p14:cNvContentPartPr/>
                <p14:nvPr/>
              </p14:nvContentPartPr>
              <p14:xfrm>
                <a:off x="5926578" y="4004345"/>
                <a:ext cx="248040" cy="324360"/>
              </p14:xfrm>
            </p:contentPart>
          </mc:Choice>
          <mc:Fallback xmlns="">
            <p:pic>
              <p:nvPicPr>
                <p:cNvPr id="37" name="Rokopis 36">
                  <a:extLst>
                    <a:ext uri="{FF2B5EF4-FFF2-40B4-BE49-F238E27FC236}">
                      <a16:creationId xmlns:a16="http://schemas.microsoft.com/office/drawing/2014/main" id="{F964EC18-BE09-4C71-ABA8-81BA5D39BF9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17578" y="3995705"/>
                  <a:ext cx="265680" cy="34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497337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rimerjava_energij.png"/>
          <p:cNvPicPr>
            <a:picLocks noChangeAspect="1"/>
          </p:cNvPicPr>
          <p:nvPr/>
        </p:nvPicPr>
        <p:blipFill>
          <a:blip r:embed="rId2" cstate="print"/>
          <a:srcRect t="5172" b="11576"/>
          <a:stretch>
            <a:fillRect/>
          </a:stretch>
        </p:blipFill>
        <p:spPr>
          <a:xfrm>
            <a:off x="228599" y="284920"/>
            <a:ext cx="4178028" cy="2880000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4591049" y="220610"/>
            <a:ext cx="4460488" cy="4325625"/>
            <a:chOff x="4257674" y="411110"/>
            <a:chExt cx="4460488" cy="4325625"/>
          </a:xfrm>
        </p:grpSpPr>
        <p:grpSp>
          <p:nvGrpSpPr>
            <p:cNvPr id="12" name="Group 11"/>
            <p:cNvGrpSpPr>
              <a:grpSpLocks noChangeAspect="1"/>
            </p:cNvGrpSpPr>
            <p:nvPr/>
          </p:nvGrpSpPr>
          <p:grpSpPr>
            <a:xfrm>
              <a:off x="4257674" y="1851110"/>
              <a:ext cx="4460488" cy="1440000"/>
              <a:chOff x="-1" y="0"/>
              <a:chExt cx="9144001" cy="2952000"/>
            </a:xfrm>
          </p:grpSpPr>
          <p:pic>
            <p:nvPicPr>
              <p:cNvPr id="10" name="Picture 9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4311"/>
              <a:stretch/>
            </p:blipFill>
            <p:spPr bwMode="auto">
              <a:xfrm>
                <a:off x="-1" y="0"/>
                <a:ext cx="4212000" cy="29240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1" name="Picture 3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777" t="4626" r="-1" b="6673"/>
              <a:stretch/>
            </p:blipFill>
            <p:spPr bwMode="auto">
              <a:xfrm>
                <a:off x="4398696" y="0"/>
                <a:ext cx="4745304" cy="2952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15" name="Group 14"/>
            <p:cNvGrpSpPr/>
            <p:nvPr/>
          </p:nvGrpSpPr>
          <p:grpSpPr>
            <a:xfrm>
              <a:off x="4295085" y="411110"/>
              <a:ext cx="4357654" cy="4325625"/>
              <a:chOff x="4295085" y="411110"/>
              <a:chExt cx="4357654" cy="4325625"/>
            </a:xfrm>
          </p:grpSpPr>
          <p:pic>
            <p:nvPicPr>
              <p:cNvPr id="7" name="Picture 2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0" t="1546" r="56777" b="1729"/>
              <a:stretch/>
            </p:blipFill>
            <p:spPr bwMode="auto">
              <a:xfrm>
                <a:off x="4295085" y="411110"/>
                <a:ext cx="1979811" cy="1440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8" name="Picture 2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976" t="6592"/>
              <a:stretch/>
            </p:blipFill>
            <p:spPr bwMode="auto">
              <a:xfrm>
                <a:off x="6403380" y="411110"/>
                <a:ext cx="2215250" cy="1440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3" name="Picture 4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4104"/>
              <a:stretch/>
            </p:blipFill>
            <p:spPr bwMode="auto">
              <a:xfrm>
                <a:off x="4295085" y="3277474"/>
                <a:ext cx="1985640" cy="1440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4" name="Picture 4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640" t="4592" r="-1" b="5550"/>
              <a:stretch/>
            </p:blipFill>
            <p:spPr bwMode="auto">
              <a:xfrm>
                <a:off x="6468803" y="3296735"/>
                <a:ext cx="2183936" cy="1440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28"/>
          <a:stretch/>
        </p:blipFill>
        <p:spPr bwMode="auto">
          <a:xfrm>
            <a:off x="228599" y="3164920"/>
            <a:ext cx="4256479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1357060" y="5441086"/>
            <a:ext cx="66972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sz="4400" b="1" dirty="0"/>
              <a:t>HVALA ZA POZORNOST</a:t>
            </a:r>
          </a:p>
        </p:txBody>
      </p:sp>
    </p:spTree>
    <p:extLst>
      <p:ext uri="{BB962C8B-B14F-4D97-AF65-F5344CB8AC3E}">
        <p14:creationId xmlns:p14="http://schemas.microsoft.com/office/powerpoint/2010/main" val="9189704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41982B54D271144881CC44BC406B464" ma:contentTypeVersion="2" ma:contentTypeDescription="Ustvari nov dokument." ma:contentTypeScope="" ma:versionID="ed5682cbe24e86744de2b038ee93f380">
  <xsd:schema xmlns:xsd="http://www.w3.org/2001/XMLSchema" xmlns:xs="http://www.w3.org/2001/XMLSchema" xmlns:p="http://schemas.microsoft.com/office/2006/metadata/properties" xmlns:ns2="123ef943-1559-4e4f-bab0-37934a560dbf" targetNamespace="http://schemas.microsoft.com/office/2006/metadata/properties" ma:root="true" ma:fieldsID="21c785598f4025713b11969cb4cfe1a2" ns2:_="">
    <xsd:import namespace="123ef943-1559-4e4f-bab0-37934a560d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ef943-1559-4e4f-bab0-37934a560d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vsebine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4946E7-23D8-4B81-A50E-227E7DB9FA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628177-B45D-43F9-B478-D25ADCE4E798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www.w3.org/XML/1998/namespace"/>
    <ds:schemaRef ds:uri="123ef943-1559-4e4f-bab0-37934a560dbf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2BB10C1-F581-48CF-A6AC-EDE65CC4AA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3ef943-1559-4e4f-bab0-37934a560d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3564</TotalTime>
  <Words>470</Words>
  <Application>Microsoft Office PowerPoint</Application>
  <PresentationFormat>Diaprojekcija na zaslonu (4:3)</PresentationFormat>
  <Paragraphs>210</Paragraphs>
  <Slides>34</Slides>
  <Notes>0</Notes>
  <HiddenSlides>0</HiddenSlides>
  <MMClips>1</MMClips>
  <ScaleCrop>false</ScaleCrop>
  <HeadingPairs>
    <vt:vector size="8" baseType="variant">
      <vt:variant>
        <vt:lpstr>Uporabljene pisave</vt:lpstr>
      </vt:variant>
      <vt:variant>
        <vt:i4>6</vt:i4>
      </vt:variant>
      <vt:variant>
        <vt:lpstr>Tema</vt:lpstr>
      </vt:variant>
      <vt:variant>
        <vt:i4>1</vt:i4>
      </vt:variant>
      <vt:variant>
        <vt:lpstr>Vdelani OLE strežniki</vt:lpstr>
      </vt:variant>
      <vt:variant>
        <vt:i4>1</vt:i4>
      </vt:variant>
      <vt:variant>
        <vt:lpstr>Naslovi diapozitivov</vt:lpstr>
      </vt:variant>
      <vt:variant>
        <vt:i4>34</vt:i4>
      </vt:variant>
    </vt:vector>
  </HeadingPairs>
  <TitlesOfParts>
    <vt:vector size="42" baseType="lpstr">
      <vt:lpstr>Aharoni</vt:lpstr>
      <vt:lpstr>Arial</vt:lpstr>
      <vt:lpstr>Calibri</vt:lpstr>
      <vt:lpstr>Cambria Math</vt:lpstr>
      <vt:lpstr>Impact</vt:lpstr>
      <vt:lpstr>Times New Roman</vt:lpstr>
      <vt:lpstr>NewsPrint</vt:lpstr>
      <vt:lpstr>Equation</vt:lpstr>
      <vt:lpstr>METODA MONTE CARLO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METODA MONTE CARLO (MC)</dc:title>
  <dc:creator>PROJEKTI</dc:creator>
  <cp:lastModifiedBy>Rene Markovič</cp:lastModifiedBy>
  <cp:revision>152</cp:revision>
  <dcterms:created xsi:type="dcterms:W3CDTF">2011-01-14T11:02:58Z</dcterms:created>
  <dcterms:modified xsi:type="dcterms:W3CDTF">2026-05-07T07:10:36Z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0x010100841982B54D271144881CC44BC406B464</vt:lpwstr>
  </property>
</Properties>
</file>