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9" r:id="rId5"/>
    <p:sldId id="262" r:id="rId6"/>
    <p:sldId id="258" r:id="rId7"/>
    <p:sldId id="261" r:id="rId8"/>
    <p:sldId id="260" r:id="rId9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4:09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146 293 1776,'0'0'6498,"10"0"5783,-31-25-3494,18 20-8574,0 0 0,1 1 0,0-1 0,0 0 0,1 0 1,-1 0-1,1 0 0,-1-8 0,1-75 715,1 50-714,1 35-214,-1 1 0,1-1 0,0 1 0,0-1 0,0 1 0,0 0 0,0-1 0,0 1 0,1 0 0,-1 0 0,1 0 0,0 0 0,-1 0 0,1 0 0,0 0 0,0 1 0,3-3 0,-4 3-3,0 1-1,-1-1 1,1 0 0,0 1-1,0-1 1,-1 1 0,1-1-1,0 1 1,0-1 0,0 1-1,0 0 1,0-1 0,0 1-1,0 0 1,0 0 0,-1 0-1,1 0 1,0 0 0,0 0-1,0 0 1,0 0 0,0 0 0,0 0-1,0 0 1,0 0 0,0 1-1,0-1 1,0 0 0,0 1-1,0-1 1,-1 1 0,1-1-1,0 1 1,0-1 0,0 1-1,-1 0 1,1-1 0,0 1-1,-1 0 1,1 0 0,-1-1-1,1 1 1,-1 0 0,1 0-1,-1 0 1,1 1 0,3 14 68,0 1 1,-2 0 0,1 0 0,-2 0 0,-1 0-1,-1 24 1,0 0-5,1-37-61,0 0 0,0 0 0,-1 0 0,1 0 0,-1-1 0,0 1 0,0 0 0,0 0 0,0 0 0,-1-1 0,0 1 0,1-1 0,-1 1 0,-1-1 0,1 0 0,0 0 0,-1 0 0,0 0 0,1 0 0,-1 0 0,0-1 0,-5 3 0,3-2 0,-1 0 0,0-1 0,1 1 0,-1-2 0,0 1 0,0 0 0,0-1 0,-1 0 0,1-1 0,0 0 0,0 0 0,0 0 0,-10-1 0,13 0 0,0 0 0,1 0 0,-1 0 0,0 0 0,0-1 0,1 1 0,-1-1 0,1 1 0,-1-1 0,1 0 0,0 0 0,-1 0 0,1 0 0,0-1 0,0 1 0,1-1 0,-1 1 0,0-1 0,1 1 0,0-1 0,-1 0 0,1 0 0,0 0 0,1 1 0,-1-1 0,0 0 0,1 0 0,-1 0 0,1-4 0,-1-9 0,0-1 0,1 1 0,3-32 0,-2 43 0,1-1 0,-1 1 0,1 0 0,0-1 0,1 1 0,-1 0 0,1 0 0,0 1 0,0-1 0,0 1 0,1-1 0,-1 1 0,1 0 0,0 0 0,0 1 0,7-5 0,-8 5 0,1 1 0,0-1 0,-1 1 0,1 0 0,0 0 0,0 1 0,0-1 0,0 1 0,0 0 0,1 0 0,-1 0 0,0 1 0,1-1 0,-1 1 0,0 0 0,0 0 0,1 1 0,-1-1 0,0 1 0,1 0 0,6 3 0,-8-3 0,0 1 0,0 1 0,-1-1 0,1 0 0,-1 1 0,1-1 0,-1 1 0,0 0 0,0 0 0,0 0 0,-1 0 0,1 0 0,-1 0 0,1 0 0,-1 0 0,0 1 0,0-1 0,-1 0 0,1 8 0,4 72 0,-5-69 0,0-12 0,0 4 0,0 0 0,0 0 0,-1 0 0,1 0 0,-1 0 0,0 0 0,-3 7 0,3-11 0,0 0 0,0-1 0,0 1 0,0-1 0,-1 1 0,1-1 0,0 0 0,-1 1 0,1-1 0,-1 0 0,0 0 0,1 0 0,-1 0 0,0 0 0,1 0 0,-1-1 0,0 1 0,0 0 0,0-1 0,0 0 0,0 1 0,0-1 0,0 0 0,1 0 0,-1 0 0,-3 0 0,2 0 0,0 0 0,0 0 0,0 0 0,1 0 0,-1 0 0,0-1 0,0 1 0,1-1 0,-1 0 0,0 0 0,1 0 0,-1 0 0,1 0 0,-1-1 0,1 1 0,-1-1 0,1 1 0,0-1 0,0 0 0,-3-3 0,2 0 0,1 1 0,0 0 0,1-1 0,-1 1 0,1-1 0,0 0 0,0 1 0,0-1 0,1 0 0,0 0 0,0-8 0,0 12 0,-1-19 0,2 1 0,0-1 0,1 1 0,1-1 0,6-22 0,-8 38 0,0 0 0,1 0 0,0 0 0,0 0 0,0 0 0,0 0 0,0 0 0,1 1 0,0-1 0,0 1 0,0 0 0,0 0 0,0 0 0,1 0 0,-1 0 0,1 1 0,0-1 0,-1 1 0,1 0 0,0 1 0,0-1 0,1 0 0,-1 1 0,0 0 0,0 0 0,1 0 0,-1 1 0,1 0 0,6 0 0,-9 0 0,0 1 0,0 0 0,0 0 0,0 0 0,0 0 0,0 0 0,0 0 0,0 1 0,0-1 0,0 0 0,0 1 0,-1 0 0,1-1 0,-1 1 0,0 0 0,1 0 0,-1 0 0,0 0 0,0 0 0,0 0 0,0 0 0,0 0 0,-1 1 0,1-1 0,-1 0 0,1 4 0,11 66 0,-11-54 0,0 0 0,0 0 0,-2 0 0,-4 27 0,3-38 0,1-1 0,-1 0 0,0 1 0,-1-1 0,1 0 0,-1 0 0,-1-1 0,1 1 0,-1-1 0,0 1 0,0-1 0,0 0 0,-1-1 0,0 1 0,-9 6 0,10-9 0,0 1 0,0-2 0,0 1 0,-1 0 0,1-1 0,-1 1 0,1-1 0,-1-1 0,1 1 0,-1-1 0,1 1 0,-1-1 0,0-1 0,1 1 0,-1 0 0,1-1 0,-1 0 0,1 0 0,-1-1 0,1 1 0,0-1 0,-1 0 0,1 0 0,0 0 0,0-1 0,1 1 0,-1-1 0,0 0 0,1 0 0,0-1 0,-5-5 0,2-2 0,1 0 0,1 0 0,0 0 0,0-1 0,1 1 0,1-1 0,0 0 0,1 0 0,0 0 0,0 0 0,1 0 0,3-20 0,-2 24 0,1 1 0,-1-1 0,1 0 0,1 1 0,-1-1 0,1 1 0,1 0 0,-1 0 0,1 0 0,1 0 0,-1 1 0,1-1 0,0 1 0,0 0 0,1 1 0,0 0 0,0-1 0,0 2 0,13-9 0,-17 12 0,1 0 0,-1 0 0,0 0 0,0 0 0,0 0 0,1 0 0,-1 1 0,0-1 0,1 1 0,-1-1 0,1 1 0,-1 0 0,0 0 0,1 0 0,-1 1 0,0-1 0,1 0 0,-1 1 0,0 0 0,1-1 0,-1 1 0,0 0 0,0 0 0,1 0 0,-1 0 0,0 1 0,0-1 0,-1 1 0,1-1 0,0 1 0,0 0 0,-1-1 0,1 1 0,-1 0 0,1 0 0,-1 0 0,0 0 0,0 0 0,0 1 0,0-1 0,1 3 0,3 8 0,-1 1 0,0-1 0,-1 1 0,-1 0 0,2 25 0,-3-35 0,1 18 0,-2 0 0,0 0 0,-1 0 0,-7 42 0,8-61 0,-1 0 0,1 0 0,-1 0 0,0 1 0,0-1 0,0 0 0,-1 0 0,1 0 0,-1-1 0,0 1 0,1 0 0,-1-1 0,0 1 0,-1-1 0,1 1 0,0-1 0,-1 0 0,1 0 0,-1 0 0,0 0 0,1-1 0,-1 1 0,0-1 0,0 0 0,0 1 0,0-1 0,0 0 0,-1-1 0,1 1 0,0-1 0,0 1 0,-1-1 0,1 0 0,0 0 0,0-1 0,0 1 0,-1 0 0,1-1 0,0 0 0,0 0 0,0 0 0,0 0 0,-3-2 0,1 0 0,0 1 0,0-1 0,1 0 0,0 0 0,-1-1 0,1 1 0,1-1 0,-1 0 0,0 0 0,1 0 0,0-1 0,0 1 0,0-1 0,0 0 0,1 0 0,-3-7 0,0-1 0,0-1 0,1 0 0,1 1 0,0-1 0,-1-16 0,3 15 0,0 7 0,0 0 0,0-1 0,0 1 0,1 0 0,1 0 0,-1 0 0,1-1 0,1 1 0,-1 0 0,5-11 0,-5 18 0,0 0 0,0 0 0,0 0 0,1 0 0,-1 0 0,0 0 0,0 0 0,1 0 0,-1 1 0,0-1 0,1 0 0,-1 1 0,1-1 0,-1 1 0,1 0 0,-1-1 0,1 1 0,-1 0 0,1 0 0,-1 0 0,1 0 0,-1 0 0,1 0 0,-1 1 0,1-1 0,-1 0 0,0 1 0,1-1 0,-1 1 0,2 0 0,1 1 0,-1 0 0,0-1 0,1 1 0,-1 1 0,0-1 0,0 0 0,0 1 0,0-1 0,-1 1 0,5 5 0,-1 4 0,0 0 0,-1 0 0,0 1 0,-1 0 0,0 0 0,-1 0 0,-1 0 0,0 0 0,0 1 0,-2-1 0,1 1 0,-2-1 0,0 1 0,-3 14 0,4-27 0,0 0 0,0-1 0,0 1 0,0 0 0,0 0 0,0 0 0,0 0 0,-1 0 0,1-1 0,0 1 0,-1 0 0,1 0 0,0 0 0,-1 0 0,1-1 0,-1 1 0,1 0 0,-1-1 0,0 1 0,1 0 0,-1-1 0,1 1 0,-1-1 0,0 1 0,0-1 0,1 1 0,-1-1 0,0 1 0,0-1 0,0 0 0,1 0 0,-1 1 0,0-1 0,0 0 0,0 0 0,0 0 0,0 0 0,0 0 0,0 0 0,1 0 0,-1 0 0,0 0 0,0 0 0,0-1 0,0 1 0,0 0 0,1 0 0,-1-1 0,0 1 0,-1-2 0,-1 1 0,1-1 0,0 1 0,-1-1 0,1 0 0,0 0 0,0 0 0,0 0 0,0 0 0,1 0 0,-1-1 0,0 1 0,1-1 0,0 1 0,-2-4 0,0-4 0,1 0 0,0 0 0,1-1 0,0 1 0,0 0 0,1-1 0,1 1 0,-1-1 0,2 1 0,2-13 0,0 21 50,-2 13 0,-2 14-549,-5 4-2797,-1 0-5612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4:44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5601,'8'5'22515,"-3"-2"-17864,44 19-4651,-42-18 0,0 0 0,0 0 0,1-1 0,-1 0 0,1-1 0,0 1 0,0-2 0,14 3 0,17-3 0,-25-2 0,1 2 0,0-1 0,-1 2 0,1 0 0,-1 1 0,27 8 0,-34-7-401,-8-1-699,-18-1-2584,-29-5-5312,46 3 8585,-10-1-7746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4:44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14347,'0'0'15214,"-6"31"-12008,12 311-3377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4:45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5 151 12323,'0'0'18684,"2"-3"-17205,1 0-1460,0 0 0,0 0 0,0 0 0,1 1 0,-1-1 0,1 1 0,-1 0 0,1 0 0,0 0 0,0 0 0,-1 1 0,1 0 0,1 0 0,-1 0 0,0 0 0,0 0 0,8 1 0,17-2-37,44 4-1,-32-1-5,1 3 24,-5-1 0,-40-7 0,-22-6 0,-201-62 0,220 69 0,1 1 0,0-1 0,0 0 0,0 0 0,1 0 0,-1-1 0,1 1 0,-6-7 0,29 8 0,1 6 0,0 1 0,0 0 0,-1 2 0,24 11 0,32 11 0,-93-26 0,-17-5 0,8-5 0,8 2 0,-1 0 0,0 1 0,0 1 0,-28-1 0,81 4 0,-1 1 0,1 1 0,59 13 0,-74-11 0,-19-6-81,-1 0 0,0 1-1,0-1 1,0 1 0,0-1 0,0 1-1,0 0 1,-1 0 0,1 0 0,0 0-1,-5 0 1,-4 1-5367,4 0-3268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00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18724,'0'0'12363,"14"-3"-10683,2 4-1680,1-1 0,-1 2 0,1 0 0,-1 1 0,0 1 0,21 8 0,18 3 0,770 152 0,-568-132 0,333 2 0,226-62 0,-344 5 0,-507 30 0,-96-4-2358,-65-6-6219,176 0 7616,-72-3-8668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00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17772,'0'0'7464,"30"0"-5205,77 3 171,129 20 0,611 98-1915,18-39-618,-770-77 103,981 84 0,-1061-87 0,14 1 0,0 1 0,0 2 0,-1 0 0,0 2 0,44 18 0,-57-11 78,-15-15-85,0 0 1,0 1-1,1-1 1,-1 0-1,0 1 1,0-1-1,0 0 1,1 1-1,-1-1 1,0 0-1,0 1 1,0-1 0,0 0-1,0 1 1,0-1-1,0 0 1,0 1-1,0-1 1,0 0-1,0 1 1,0-1-1,0 1 1,0-1-1,0 0 1,0 1-1,0-1 1,-1 0-1,1 1 1,0-1-1,0 0 1,0 0 0,0 1-1,-1-1 1,1 0-1,0 1 1,0-1-1,-1 0 1,1 0-1,0 0 1,-1 1-1,1-1 1,0 0-1,-1 0 1,1 0-1,0 0 1,-1 1-1,1-1 1,0 0-1,-1 0 1,1 0 0,0 0-1,-1 0 1,1 0-1,0 0 1,-1 0-1,1 0 1,0 0-1,-1 0 1,0 0-1,-80 1-4914,49-2 1112,-33 1-6210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18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 3729,'0'0'20855,"-13"-3"-19599,-42-7-194,52 10-973,-1 1 0,1-1 1,-1 0-1,1 1 0,-1 0 1,1 0-1,-1 0 0,1 0 0,0 0 1,-1 1-1,1 0 0,0-1 1,0 1-1,0 0 0,0 0 1,1 1-1,-1-1 0,1 1 0,-1-1 1,1 1-1,0 0 0,0 0 1,0 0-1,-3 5 0,-5 7 153,-12 16-55,1 1 0,2 0 0,1 2 0,2 0 0,1 1 1,1 1-1,3 0 0,0 1 0,-4 39 0,0 21-58,5 1-1,4 125 0,6-193-132,2 0-1,1 0 1,2-1 0,1 1-1,1-1 1,1 0 0,13 28-1,-11-34-544,1-1 0,1-1 0,1 0-1,0 0 1,22 23 0,-32-40 109,1 0 1,0 1-1,0-2 0,0 1 0,1 0 0,-1-1 1,1 0-1,10 5 0,26 0-8482,-17-7-947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19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75 3729,'0'0'18502,"-12"-10"-17107,-44-27-257,48 34-981,1 1-1,-1 0 1,0 0 0,0 1-1,1-1 1,-1 2 0,0-1-1,0 1 1,0 1 0,0-1-1,0 1 1,0 0 0,0 1-1,1 0 1,-1 0 0,-10 5-1,4 0-12,-1 1-1,1 0 1,0 1-1,0 1 1,1 0 0,1 0-1,0 1 1,0 1-1,1 0 1,0 1 0,1 0-1,-16 29 1,16-24-118,1 1 1,0 0-1,2 0 1,0 1-1,1 0 0,1 0 1,1 1-1,1 0 1,-1 35-1,4-40-25,0 1-1,2-2 1,0 1 0,0 0-1,2 0 1,-1-1-1,2 1 1,9 19-1,-9-25-2,0-1-1,1 0 1,0 0-1,1 0 1,0-1-1,0 0 1,1 0-1,0-1 0,0 1 1,1-2-1,0 0 1,0 0-1,12 6 1,-13-8-16,0 0 0,0-1 1,1 0-1,-1 0 1,1-1-1,-1 0 1,1 0-1,0-1 0,0 0 1,0-1-1,0 1 1,-1-2-1,1 1 1,0-2-1,16-3 0,-14 1-30,0 0 0,0-1 0,0-1 0,-1 1 0,1-2 0,-1 1 0,-1-2 0,0 1 0,0-1 0,14-16 0,-8 6-112,-1 0 1,-1-1 0,-1-1 0,0-1 0,-2 1-1,0-2 1,-1 1 0,-2-1 0,0 0 0,-1-1-1,4-35 1,-7 39-52,-2 0 0,-1 0-1,0 0 1,-1 0 0,-2 0 0,-7-33-1,7 42-9,-1 0 1,0 0-1,0 0 0,-1 0 0,-1 1 0,0 0 0,0 0 0,0 1 0,-1 0 0,-1 0 0,1 0 0,-1 1 0,-14-10 0,8 8-879,0 1-1,0 0 1,-1 1-1,-24-8 1,2 5-3246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0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15019,'0'0'5355,"-1"24"-4196,-29 433 532,19-346-1587,-12 216 16,23-324 25,4-18 208,0 1 0,1 0 1,1 0-1,0 0 0,1 1 0,15-21 0,1-6-14,9-17-183,2 0-1,2 3 1,2 1-1,52-54 1,-86 103-198,-1 0 0,1 0 0,1 1 1,-1-1-1,0 1 0,1 0 0,0 0 0,0 0 1,0 0-1,0 1 0,0 0 0,0 0 0,1 1 0,-1-1 1,0 1-1,1 0 0,0 1 0,-1-1 0,7 1 1,-11 1 8,1-1 1,-1 1 0,1 0 0,-1-1 0,1 1-1,-1 0 1,0 0 0,1 0 0,-1 0 0,0 0-1,0 0 1,0 0 0,0 1 0,0-1 0,0 0-1,0 1 1,0-1 0,0 1 0,-1-1 0,1 1-1,0-1 1,0 2 0,8 41-212,-7-32 122,5 34-45,-2 0 0,-2 0 1,-2 0-1,-9 83 0,6-116 163,0 1 0,-1-1 0,-1 0 0,0 0-1,0-1 1,-2 1 0,1-1 0,-2 0 0,-8 12 0,12-20-14,0 1 0,0-1 1,-1 0-1,0 0 1,0-1-1,0 1 0,0-1 1,-1 0-1,1 0 1,-1 0-1,0-1 1,0 0-1,0 0 0,0 0 1,0 0-1,0-1 1,0 0-1,-1 0 1,1 0-1,0 0 0,-1-1 1,1 0-1,0 0 1,-1-1-1,-7-1 0,2-1-147,1 0 0,0-1 0,0 0-1,1-1 1,-1 0 0,1 0-1,0-1 1,1 0 0,-1-1-1,1 0 1,0 0 0,-10-13 0,7 7-963,0-1 1,1 0-1,1 0 1,0-1-1,1-1 1,-12-31 0,11 8-6186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0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82 16612,'0'0'6940,"28"15"-6680,93 45-44,-115-57-202,-1 0 1,1-1 0,0 0-1,0 0 1,0 0 0,0-1-1,0 0 1,1 0 0,-1-1-1,0 0 1,13 0 0,-1-2 41,-12 2-45,1 0 1,-1-1 0,1 0-1,-1 0 1,1 0-1,-1-1 1,0 0 0,0 0-1,0-1 1,0 0-1,10-6 1,-13 7-82,1-1 0,-2 1 0,1-1 0,0 0 0,0 0 0,-1 1 0,1-2 0,-1 1 0,0 0 0,0 0 0,0-1 0,-1 1 0,1-1 0,-1 0 0,0 1 0,0-1 0,0 0 0,0 0 0,-1 0 0,1-5 0,-1 5-16,0 1 0,0 0 0,0-1 1,0 1-1,0 0 0,-1-1 0,1 1 0,-1 0 0,0 0 1,0-1-1,0 1 0,-1 0 0,1 0 0,-1 0 1,1 0-1,-3-2 0,1 3 86,0 0 1,0 0-1,-1 0 1,1 1-1,0 0 1,-1-1-1,1 1 0,-1 0 1,1 1-1,-1-1 1,1 1-1,-1-1 1,0 1-1,-4 1 1,-3-2 26,-1 2 1,1-1-1,0 1 1,-1 1-1,1 0 1,0 1-1,0 0 1,1 1-1,-1 0 1,1 0-1,0 1 1,0 1-1,0-1 1,0 2-1,1-1 1,0 1-1,1 1 1,-10 10-1,6-5 167,0 0-1,1 1 0,0 0 0,1 1 1,1 0-1,1 0 0,0 1 0,1 1 0,0-1 1,2 1-1,0 0 0,0 0 0,2 0 1,0 1-1,1 0 0,1-1 0,1 20 0,0-34-166,0 1 0,0 0-1,0 0 1,1-1-1,-1 1 1,1 0-1,0-1 1,0 1-1,1-1 1,-1 1 0,1-1-1,-1 1 1,1-1-1,0 0 1,0 0-1,0 0 1,1 0 0,-1 0-1,1-1 1,0 1-1,0-1 1,0 1-1,0-1 1,0 0-1,0 0 1,0 0 0,1-1-1,-1 1 1,1-1-1,5 2 1,9 0 14,0 0 1,0-1 0,0 0 0,1-2-1,19-1 1,-4 0-78,-14 0-472,0-1-1,1 0 1,-1-2-1,-1-1 1,33-11 0,-23 7-1346,25-7-4370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1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0 15227,'0'0'7429,"-17"23"-7153,-50 69-284,66-91 2,0 1 0,0-1 1,-1 1-1,1 0 1,0-1-1,0 1 0,0 0 1,1 0-1,-1-1 1,0 1-1,1 0 1,-1 0-1,1 0 0,-1 0 1,1 0-1,0 0 1,0 3-1,1-4 6,-1-1 0,1 1-1,-1 0 1,1-1 0,-1 1-1,1-1 1,-1 0 0,1 1 0,0-1-1,-1 1 1,1-1 0,0 0-1,-1 1 1,1-1 0,0 0 0,-1 0-1,1 0 1,0 1 0,0-1-1,-1 0 1,2 0 0,4 1 16,16 6 70,-1-1 1,1-1-1,38 4 1,-43-8-121,-1 1 1,1 0 0,-1 1 0,0 1 0,0 1-1,-1 0 1,1 1 0,24 14 0,-38-18 33,1 0 0,-1 0 1,1 0-1,-1 0 1,0 0-1,0 0 0,0 1 1,0-1-1,0 1 1,-1 0-1,1-1 1,-1 1-1,1 0 0,-1 0 1,0 0-1,0 0 1,0 0-1,-1 0 1,1 0-1,-1 0 0,0 0 1,0 0-1,0 0 1,0 1-1,0-1 0,-1 0 1,1 0-1,-1 0 1,0 0-1,0 0 1,0 0-1,-2 3 0,0 1 24,-1 0-1,1-1 0,-1 0 1,-1 0-1,1 0 0,-1 0 1,0-1-1,0 1 0,-1-1 0,0-1 1,1 1-1,-2-1 0,-6 4 1,-4-1-60,1-1 0,-1-1 0,0 0 1,-1-1-1,1-1 0,-1-1 0,1 0 1,-1-2-1,-29-2 0,42 2-155,1 0-1,-1-1 1,1 0-1,0 0 1,-1 0-1,1 0 1,0-1 0,0 0-1,0 0 1,0 0-1,0 0 1,0-1-1,1 1 1,-1-1-1,1 0 1,0 0-1,-5-5 1,4 2-639,0 0-1,0 0 1,0 0 0,0-1 0,1 1-1,-2-9 1,-4-27-5572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1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15811,'0'0'8626,"-29"204"-7089,29-111-849,0 10-208,0 8 288,0-2-416,0 0-352,6-11-304,-1-8-616,-5-13-505,0-1-1111,0-23-2177,0-13-3249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2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21637,'0'0'6937,"165"48"-6697,-101-14-240,-11 3-528,18 11-1712,-12-11-3106,-18-8-1303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2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30 13931,'0'0'8236,"-1"29"-7146,-2 98-569,3-109-362,1 0-1,0 0 1,1 0-1,1-1 1,1 1-1,7 17 1,0 7 192,-11-41-283,0 0 0,0 0 1,1 0-1,-1 1 0,0-1 1,0 0-1,1 0 1,-1 0-1,1 0 0,-1 0 1,1 0-1,-1 0 0,1 0 1,0 0-1,-1 0 0,1 0 1,0 0-1,0 0 0,-1-1 1,1 1-1,0 0 0,0-1 1,0 1-1,0 0 1,0-1-1,0 1 0,0-1 1,1 1-1,-1-1 0,0 0 1,0 0-1,2 1 0,-1-2 68,0 1 0,0-1 0,-1 0 0,1 0 0,0 0 0,-1 0-1,1 0 1,0 0 0,-1 0 0,0-1 0,1 1 0,-1-1 0,0 1 0,1-1-1,-1 1 1,0-1 0,0 0 0,0 1 0,0-3 0,49-104 1297,-26 54-2308,47-81 1,-36 93-3337,-3 21-5460,-9 12-4943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3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0 13811,'0'0'10270,"-29"0"-9291,-89 2-19,113-3-864,0 1 0,0 0 0,0 0 0,0 1 1,0 0-1,0 0 0,0 0 0,1 0 0,-1 0 0,0 1 0,1 0 0,-1 0 0,1 1 0,0-1 0,0 1 0,0 0 0,0 0 0,0 0 0,1 0 0,-1 1 1,1-1-1,0 1 0,-4 6 0,-4 4 143,-1 1 8,1 1 0,1 0 0,1 0 1,0 1-1,1 0 0,1 0 0,0 1 0,1 0 0,1 1 1,1-1-1,1 1 0,1 0 0,0 0 0,1 0 1,1 0-1,4 27 0,-3-41-247,0 0 0,0-1 0,1 1 0,0-1 0,0 0 0,0 1 0,0-1 0,1 0 0,0 0 0,0 0 0,0-1 0,0 1 0,0-1 0,1 0 0,-1 0 0,1 0 0,0 0 0,0 0 0,0-1 0,1 0 0,-1 0 0,0 0 0,1 0 0,-1-1 0,1 0 0,0 0 0,7 1 0,-2 0 0,0-1 0,1 0 0,-1-1 0,0 0 0,0-1 0,0 0 0,1 0 0,-1-1 0,0 0 0,0-1 0,18-8 0,-10 1-62,0-2 1,-1 0-1,-1-1 1,0 0-1,0-1 1,-1-1-1,-1-1 1,-1 0-1,0 0 0,11-21 1,2-8-176,-2 0 0,34-92 0,-59 147 184,0 1 1,1 0-1,0 0 1,2 16-1,-1 11 48,-2 45 37,3 97 89,-2-178-120,0 0 1,0 0-1,0 0 1,1 0-1,-1 0 1,0 0-1,1 0 1,-1 0-1,1 0 1,0 0-1,-1 0 1,1-1-1,0 1 1,0 0-1,0 0 1,1-1-1,-1 1 1,0-1-1,0 1 1,1-1-1,-1 0 1,1 1-1,0-1 1,-1 0-1,1 0 1,0 0-1,-1 0 1,1 0-1,0-1 1,0 1-1,0 0 1,3 0-1,-1-1 9,-1-1 0,1 1 0,0 0 0,-1-1 1,1 0-1,0 0 0,-1 0 0,1 0 0,-1-1 0,0 1 0,1-1 0,-1 0 0,0 0 0,0 0 0,0 0 0,3-4 0,132-140 258,-104 105-324,3 1 1,74-63-1,-109 102 24,-1-1 0,1 1 0,0 0-1,0 0 1,-1-1 0,1 1 0,0 0-1,0 0 1,0 1 0,0-1 0,0 0-1,0 1 1,1-1 0,-1 1-1,0 0 1,0 0 0,0-1 0,0 1-1,1 1 1,3 0 0,-4-1 14,-1 1 1,1 1 0,0-1-1,-1 0 1,1 0-1,-1 1 1,1-1-1,-1 0 1,0 1-1,0 0 1,0-1-1,0 1 1,0 0-1,0-1 1,0 1 0,0 0-1,-1 0 1,2 2-1,1 10-1,0 1-1,-1-1 1,-1 1-1,0 23 1,-1 272-143,0-309 155,0 0 0,0 0 0,0 0 0,0 0 0,0 0 0,0 0 0,0 0 0,0 0 0,1 0 0,-1 0 0,0 0-1,1 0 1,-1 0 0,1 0 0,-1 0 0,1 0 0,0 0 0,-1-1 0,1 1 0,0 0 0,-1 0 0,1-1 0,0 1 0,0 0 0,0-1 0,-1 1 0,1-1 0,0 1 0,0-1 0,0 0-1,0 1 1,0-1 0,0 0 0,0 0 0,0 1 0,0-1 0,0 0 0,0 0 0,0 0 0,0 0 0,0 0 0,0-1 0,0 1 0,0 0 0,0 0 0,0-1 0,0 1 0,0-1-1,0 1 1,0-1 0,0 1 0,0-1 0,0 0 0,5-1 7,-1-1-1,0 0 1,1 0-1,-1 0 1,-1 0-1,1-1 1,0 0-1,4-5 1,147-178 165,-134 164-227,1 1 1,1 1-1,0 1 1,2 1-1,44-25 1,-64 41-129,1 0 0,-1 0 1,0 1-1,1 0 0,-1 0 1,1 0-1,-1 1 1,1 0-1,12 0 0,-18 1 178,-1 0 1,1 1-1,0-1 0,-1 0 0,1 1 0,0-1 1,-1 0-1,1 1 0,0-1 0,-1 1 0,1-1 1,-1 1-1,1-1 0,-1 1 0,1 0 0,-1-1 1,0 1-1,1 0 0,-1-1 0,0 1 0,1 0 1,-1-1-1,0 1 0,0 0 0,0-1 0,1 1 1,-1 0-1,0 0 0,0-1 0,0 2 0,1 29 25,-1-25-36,0 8-83,-4 157-1151,-11-58-6955,4-74-1522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3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16508,'0'0'8793,"-23"172"-7600,17-98-793,0 8-216,0 3-184,-6 0-24,6-3-1849,-6-21-3504,1-24-3433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3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4457,'0'0'0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5T08:35:24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 3753,'0'0'19524,"65"164"-18124,-29-74 1177,-1 29-1161,6 35-888,-11 53-184,-19 21 32,-11 5-232,-23-14-144,-18-30-112,-7-38-256,7-38-664,6-33-912,-18-3-753,0-14-1880,12-18-2512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Uredite slog podnaslova matrice</a:t>
            </a:r>
            <a:endParaRPr lang="en-US"/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3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58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8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vsebin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vsebin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4" name="Označba mesta vsebin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5" name="Označba mesta besedil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6" name="Označba mesta vsebin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7" name="Označba mesta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8" name="Označba mesta no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Označba mesta številke diapoz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0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4" name="Označba mesta no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značba mesta številke diapoz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1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3" name="Označba mesta no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vsebin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besedil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Označba mesta besedil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Uredite sloge besedila matrice</a:t>
            </a:r>
          </a:p>
        </p:txBody>
      </p:sp>
      <p:sp>
        <p:nvSpPr>
          <p:cNvPr id="5" name="Označba mesta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48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navpičnega besedil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navpičnega besedil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7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Uredite slog naslova matrice</a:t>
            </a:r>
            <a:endParaRPr lang="en-US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Uredite sloge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Označba mesta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9DDC8-E1C1-4137-951D-5AA91B449424}" type="datetimeFigureOut">
              <a:rPr lang="en-US" smtClean="0"/>
              <a:t>3/10/2022</a:t>
            </a:fld>
            <a:endParaRPr lang="en-US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Označba mesta številke diapoz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571CA-9A24-4F05-ADA1-10F5FE053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1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7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70.png"/><Relationship Id="rId4" Type="http://schemas.openxmlformats.org/officeDocument/2006/relationships/image" Target="../media/image168.png"/><Relationship Id="rId9" Type="http://schemas.openxmlformats.org/officeDocument/2006/relationships/customXml" Target="../ink/ink4.xml"/><Relationship Id="rId14" Type="http://schemas.openxmlformats.org/officeDocument/2006/relationships/image" Target="../media/image17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customXml" Target="../ink/ink10.xml"/><Relationship Id="rId18" Type="http://schemas.openxmlformats.org/officeDocument/2006/relationships/image" Target="../media/image180.png"/><Relationship Id="rId26" Type="http://schemas.openxmlformats.org/officeDocument/2006/relationships/image" Target="../media/image184.png"/><Relationship Id="rId3" Type="http://schemas.openxmlformats.org/officeDocument/2006/relationships/customXml" Target="../ink/ink7.xml"/><Relationship Id="rId21" Type="http://schemas.openxmlformats.org/officeDocument/2006/relationships/customXml" Target="../ink/ink14.xml"/><Relationship Id="rId12" Type="http://schemas.openxmlformats.org/officeDocument/2006/relationships/image" Target="../media/image177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2" Type="http://schemas.openxmlformats.org/officeDocument/2006/relationships/image" Target="../media/image6.png"/><Relationship Id="rId16" Type="http://schemas.openxmlformats.org/officeDocument/2006/relationships/image" Target="../media/image179.png"/><Relationship Id="rId20" Type="http://schemas.openxmlformats.org/officeDocument/2006/relationships/image" Target="../media/image181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11" Type="http://schemas.openxmlformats.org/officeDocument/2006/relationships/customXml" Target="../ink/ink9.xml"/><Relationship Id="rId24" Type="http://schemas.openxmlformats.org/officeDocument/2006/relationships/image" Target="../media/image183.png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38.png"/><Relationship Id="rId10" Type="http://schemas.openxmlformats.org/officeDocument/2006/relationships/image" Target="../media/image176.png"/><Relationship Id="rId19" Type="http://schemas.openxmlformats.org/officeDocument/2006/relationships/customXml" Target="../ink/ink13.xml"/><Relationship Id="rId9" Type="http://schemas.openxmlformats.org/officeDocument/2006/relationships/customXml" Target="../ink/ink8.xml"/><Relationship Id="rId14" Type="http://schemas.openxmlformats.org/officeDocument/2006/relationships/image" Target="../media/image178.png"/><Relationship Id="rId22" Type="http://schemas.openxmlformats.org/officeDocument/2006/relationships/image" Target="../media/image182.png"/><Relationship Id="rId27" Type="http://schemas.openxmlformats.org/officeDocument/2006/relationships/customXml" Target="../ink/ink17.xml"/><Relationship Id="rId30" Type="http://schemas.openxmlformats.org/officeDocument/2006/relationships/image" Target="../media/image18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l-SI" dirty="0"/>
              <a:t>Numerično odvajanje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775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3CBB85B-3492-40E4-AC23-92593907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Odvod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A86DAC30-D81A-4A9D-84B6-561FEA4A2C9E}"/>
                  </a:ext>
                </a:extLst>
              </p:cNvPr>
              <p:cNvSpPr txBox="1"/>
              <p:nvPr/>
            </p:nvSpPr>
            <p:spPr>
              <a:xfrm>
                <a:off x="838200" y="1552486"/>
                <a:ext cx="101155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sl-SI" dirty="0"/>
                  <a:t>Odvod v matematiki predstavlja </a:t>
                </a:r>
                <a:r>
                  <a:rPr lang="sl-SI" b="1" dirty="0">
                    <a:solidFill>
                      <a:srgbClr val="FF0000"/>
                    </a:solidFill>
                  </a:rPr>
                  <a:t>spremembo funkcije</a:t>
                </a:r>
                <a:r>
                  <a:rPr lang="sl-SI" dirty="0"/>
                  <a:t> pri spremembi njenega argumenta. Opisuje najboljšo linearno aproksimacijo funkcije v bližini vrednosti funkcije z nekim argumentom. Če nas torej zanima, strmina določene funkcije </a:t>
                </a:r>
                <a14:m>
                  <m:oMath xmlns:m="http://schemas.openxmlformats.org/officeDocument/2006/math">
                    <m:r>
                      <a:rPr lang="sl-SI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sl-SI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sl-SI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sl-SI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sl-SI" dirty="0"/>
                  <a:t> v točki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l-SI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sl-SI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sl-SI" dirty="0"/>
                  <a:t>, jo lahko določimo z vpeljavo diferenčnega količnika, </a:t>
                </a:r>
                <a:r>
                  <a:rPr lang="sl-SI" i="1" dirty="0"/>
                  <a:t>k</a:t>
                </a:r>
                <a:r>
                  <a:rPr lang="sl-SI" dirty="0"/>
                  <a:t>. </a:t>
                </a:r>
              </a:p>
            </p:txBody>
          </p:sp>
        </mc:Choice>
        <mc:Fallback xmlns="">
          <p:sp>
            <p:nvSpPr>
              <p:cNvPr id="7" name="PoljeZBesedilom 6">
                <a:extLst>
                  <a:ext uri="{FF2B5EF4-FFF2-40B4-BE49-F238E27FC236}">
                    <a16:creationId xmlns:a16="http://schemas.microsoft.com/office/drawing/2014/main" id="{A86DAC30-D81A-4A9D-84B6-561FEA4A2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2486"/>
                <a:ext cx="10115550" cy="923330"/>
              </a:xfrm>
              <a:prstGeom prst="rect">
                <a:avLst/>
              </a:prstGeom>
              <a:blipFill>
                <a:blip r:embed="rId2"/>
                <a:stretch>
                  <a:fillRect l="-542" t="-3974" r="-48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458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328737"/>
            <a:ext cx="9086850" cy="532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Numerično odvajanje</a:t>
            </a:r>
            <a:endParaRPr lang="en-US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8486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24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Numerično odvajanje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značba mesta vsebine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52625"/>
                <a:ext cx="10515600" cy="4351338"/>
              </a:xfrm>
            </p:spPr>
            <p:txBody>
              <a:bodyPr/>
              <a:lstStyle/>
              <a:p>
                <a:r>
                  <a:rPr lang="sl-SI" dirty="0"/>
                  <a:t>Taylorjeva vrsta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</m:oMath>
                  </m:oMathPara>
                </a14:m>
                <a:endParaRPr lang="sl-SI" dirty="0"/>
              </a:p>
              <a:p>
                <a:pPr marL="0" indent="0">
                  <a:buNone/>
                </a:pPr>
                <a:endParaRPr lang="sl-SI" dirty="0"/>
              </a:p>
              <a:p>
                <a:pPr marL="0" indent="0">
                  <a:buNone/>
                </a:pPr>
                <a:r>
                  <a:rPr lang="sl-SI" dirty="0"/>
                  <a:t>Sledi: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𝐍𝐚𝐩𝐚𝐤𝐚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𝐣𝐞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𝐫𝐞𝐝𝐚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Označba mesta vsebin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52625"/>
                <a:ext cx="10515600" cy="4351338"/>
              </a:xfrm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56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Odvod (eno-stranki)</a:t>
            </a:r>
            <a:endParaRPr lang="en-US"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0208"/>
            <a:ext cx="10257292" cy="52537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Rokopis 2">
                <a:extLst>
                  <a:ext uri="{FF2B5EF4-FFF2-40B4-BE49-F238E27FC236}">
                    <a16:creationId xmlns:a16="http://schemas.microsoft.com/office/drawing/2014/main" id="{4D7ECBAD-9234-46F4-9E0C-2322DC6DC06F}"/>
                  </a:ext>
                </a:extLst>
              </p14:cNvPr>
              <p14:cNvContentPartPr/>
              <p14:nvPr/>
            </p14:nvContentPartPr>
            <p14:xfrm>
              <a:off x="3664750" y="4218067"/>
              <a:ext cx="89280" cy="133920"/>
            </p14:xfrm>
          </p:contentPart>
        </mc:Choice>
        <mc:Fallback xmlns="">
          <p:pic>
            <p:nvPicPr>
              <p:cNvPr id="3" name="Rokopis 2">
                <a:extLst>
                  <a:ext uri="{FF2B5EF4-FFF2-40B4-BE49-F238E27FC236}">
                    <a16:creationId xmlns:a16="http://schemas.microsoft.com/office/drawing/2014/main" id="{4D7ECBAD-9234-46F4-9E0C-2322DC6DC0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0430" y="4213747"/>
                <a:ext cx="9792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Skupina 7">
            <a:extLst>
              <a:ext uri="{FF2B5EF4-FFF2-40B4-BE49-F238E27FC236}">
                <a16:creationId xmlns:a16="http://schemas.microsoft.com/office/drawing/2014/main" id="{30295885-8E2A-45C7-9880-F75B2A94A66C}"/>
              </a:ext>
            </a:extLst>
          </p:cNvPr>
          <p:cNvGrpSpPr/>
          <p:nvPr/>
        </p:nvGrpSpPr>
        <p:grpSpPr>
          <a:xfrm>
            <a:off x="8434390" y="4335067"/>
            <a:ext cx="124200" cy="228960"/>
            <a:chOff x="8434390" y="4335067"/>
            <a:chExt cx="1242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Rokopis 4">
                  <a:extLst>
                    <a:ext uri="{FF2B5EF4-FFF2-40B4-BE49-F238E27FC236}">
                      <a16:creationId xmlns:a16="http://schemas.microsoft.com/office/drawing/2014/main" id="{DFED5F00-4EF4-4DE6-9872-85634927EFD3}"/>
                    </a:ext>
                  </a:extLst>
                </p14:cNvPr>
                <p14:cNvContentPartPr/>
                <p14:nvPr/>
              </p14:nvContentPartPr>
              <p14:xfrm>
                <a:off x="8434390" y="4381507"/>
                <a:ext cx="114840" cy="31320"/>
              </p14:xfrm>
            </p:contentPart>
          </mc:Choice>
          <mc:Fallback xmlns="">
            <p:pic>
              <p:nvPicPr>
                <p:cNvPr id="5" name="Rokopis 4">
                  <a:extLst>
                    <a:ext uri="{FF2B5EF4-FFF2-40B4-BE49-F238E27FC236}">
                      <a16:creationId xmlns:a16="http://schemas.microsoft.com/office/drawing/2014/main" id="{DFED5F00-4EF4-4DE6-9872-85634927EFD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30070" y="4377187"/>
                  <a:ext cx="123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660139C8-BF80-4586-8021-5BA239595270}"/>
                    </a:ext>
                  </a:extLst>
                </p14:cNvPr>
                <p14:cNvContentPartPr/>
                <p14:nvPr/>
              </p14:nvContentPartPr>
              <p14:xfrm>
                <a:off x="8493790" y="4335067"/>
                <a:ext cx="2520" cy="13464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660139C8-BF80-4586-8021-5BA23959527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89470" y="4330747"/>
                  <a:ext cx="11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9F205822-A928-4877-A234-09B869372AE6}"/>
                    </a:ext>
                  </a:extLst>
                </p14:cNvPr>
                <p14:cNvContentPartPr/>
                <p14:nvPr/>
              </p14:nvContentPartPr>
              <p14:xfrm>
                <a:off x="8449510" y="4509667"/>
                <a:ext cx="109080" cy="54360"/>
              </p14:xfrm>
            </p:contentPart>
          </mc:Choice>
          <mc:Fallback xmlns="">
            <p:pic>
              <p:nvPicPr>
                <p:cNvPr id="7" name="Rokopis 6">
                  <a:extLst>
                    <a:ext uri="{FF2B5EF4-FFF2-40B4-BE49-F238E27FC236}">
                      <a16:creationId xmlns:a16="http://schemas.microsoft.com/office/drawing/2014/main" id="{9F205822-A928-4877-A234-09B869372A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5190" y="4505347"/>
                  <a:ext cx="1177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C865A363-AD81-4ED2-9D50-01E15A2C6D02}"/>
              </a:ext>
            </a:extLst>
          </p:cNvPr>
          <p:cNvGrpSpPr/>
          <p:nvPr/>
        </p:nvGrpSpPr>
        <p:grpSpPr>
          <a:xfrm>
            <a:off x="7696750" y="4718467"/>
            <a:ext cx="1261440" cy="208080"/>
            <a:chOff x="7696750" y="4718467"/>
            <a:chExt cx="126144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Rokopis 8">
                  <a:extLst>
                    <a:ext uri="{FF2B5EF4-FFF2-40B4-BE49-F238E27FC236}">
                      <a16:creationId xmlns:a16="http://schemas.microsoft.com/office/drawing/2014/main" id="{EF105C78-1149-44E4-93FF-9D2CBC24F7D5}"/>
                    </a:ext>
                  </a:extLst>
                </p14:cNvPr>
                <p14:cNvContentPartPr/>
                <p14:nvPr/>
              </p14:nvContentPartPr>
              <p14:xfrm>
                <a:off x="7783870" y="4718467"/>
                <a:ext cx="1139400" cy="100080"/>
              </p14:xfrm>
            </p:contentPart>
          </mc:Choice>
          <mc:Fallback xmlns="">
            <p:pic>
              <p:nvPicPr>
                <p:cNvPr id="9" name="Rokopis 8">
                  <a:extLst>
                    <a:ext uri="{FF2B5EF4-FFF2-40B4-BE49-F238E27FC236}">
                      <a16:creationId xmlns:a16="http://schemas.microsoft.com/office/drawing/2014/main" id="{EF105C78-1149-44E4-93FF-9D2CBC24F7D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9550" y="4714147"/>
                  <a:ext cx="1148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Rokopis 9">
                  <a:extLst>
                    <a:ext uri="{FF2B5EF4-FFF2-40B4-BE49-F238E27FC236}">
                      <a16:creationId xmlns:a16="http://schemas.microsoft.com/office/drawing/2014/main" id="{B9247F17-C7D5-4C79-8DB0-465892525C01}"/>
                    </a:ext>
                  </a:extLst>
                </p14:cNvPr>
                <p14:cNvContentPartPr/>
                <p14:nvPr/>
              </p14:nvContentPartPr>
              <p14:xfrm>
                <a:off x="7696750" y="4779307"/>
                <a:ext cx="1261440" cy="147240"/>
              </p14:xfrm>
            </p:contentPart>
          </mc:Choice>
          <mc:Fallback xmlns="">
            <p:pic>
              <p:nvPicPr>
                <p:cNvPr id="10" name="Rokopis 9">
                  <a:extLst>
                    <a:ext uri="{FF2B5EF4-FFF2-40B4-BE49-F238E27FC236}">
                      <a16:creationId xmlns:a16="http://schemas.microsoft.com/office/drawing/2014/main" id="{B9247F17-C7D5-4C79-8DB0-465892525C0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92430" y="4774987"/>
                  <a:ext cx="1270080" cy="15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5880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Numerično odvajanje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značba mesta vsebine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sl-SI" dirty="0"/>
                  <a:t>Taylorjeva vrsta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sl-SI" dirty="0"/>
              </a:p>
              <a:p>
                <a:pPr marL="0" indent="0" algn="ctr">
                  <a:buNone/>
                </a:pPr>
                <a:r>
                  <a:rPr lang="sl-SI" dirty="0"/>
                  <a:t>-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sl-SI" dirty="0"/>
              </a:p>
              <a:p>
                <a:pPr marL="0" indent="0">
                  <a:buNone/>
                </a:pPr>
                <a:endParaRPr lang="sl-SI" dirty="0"/>
              </a:p>
              <a:p>
                <a:pPr marL="0" indent="0">
                  <a:buNone/>
                </a:pPr>
                <a:r>
                  <a:rPr lang="sl-SI" dirty="0"/>
                  <a:t>Sledi: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l-SI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f>
                        <m:f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sl-SI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sl-SI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l-SI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l-SI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sl-SI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sl-SI" b="1" i="1" smtClean="0">
                          <a:latin typeface="Cambria Math" panose="02040503050406030204" pitchFamily="18" charset="0"/>
                        </a:rPr>
                        <m:t>;  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𝐍𝐚𝐩𝐚𝐤𝐚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𝐣𝐞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𝐫𝐞𝐝𝐚</m:t>
                      </m:r>
                      <m:r>
                        <a:rPr lang="sl-SI" b="1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sl-SI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Označba mesta vsebin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Skupina 18">
            <a:extLst>
              <a:ext uri="{FF2B5EF4-FFF2-40B4-BE49-F238E27FC236}">
                <a16:creationId xmlns:a16="http://schemas.microsoft.com/office/drawing/2014/main" id="{F375E25D-487D-47BD-BF1C-46177698430B}"/>
              </a:ext>
            </a:extLst>
          </p:cNvPr>
          <p:cNvGrpSpPr/>
          <p:nvPr/>
        </p:nvGrpSpPr>
        <p:grpSpPr>
          <a:xfrm>
            <a:off x="6128590" y="776467"/>
            <a:ext cx="924120" cy="477720"/>
            <a:chOff x="6128590" y="776467"/>
            <a:chExt cx="924120" cy="47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Rokopis 5">
                  <a:extLst>
                    <a:ext uri="{FF2B5EF4-FFF2-40B4-BE49-F238E27FC236}">
                      <a16:creationId xmlns:a16="http://schemas.microsoft.com/office/drawing/2014/main" id="{F0574A4A-47B5-4EDC-9F3A-B72B560136E6}"/>
                    </a:ext>
                  </a:extLst>
                </p14:cNvPr>
                <p14:cNvContentPartPr/>
                <p14:nvPr/>
              </p14:nvContentPartPr>
              <p14:xfrm>
                <a:off x="6128590" y="776467"/>
                <a:ext cx="125280" cy="477720"/>
              </p14:xfrm>
            </p:contentPart>
          </mc:Choice>
          <mc:Fallback xmlns="">
            <p:pic>
              <p:nvPicPr>
                <p:cNvPr id="6" name="Rokopis 5">
                  <a:extLst>
                    <a:ext uri="{FF2B5EF4-FFF2-40B4-BE49-F238E27FC236}">
                      <a16:creationId xmlns:a16="http://schemas.microsoft.com/office/drawing/2014/main" id="{F0574A4A-47B5-4EDC-9F3A-B72B560136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24270" y="772147"/>
                  <a:ext cx="1339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Rokopis 6">
                  <a:extLst>
                    <a:ext uri="{FF2B5EF4-FFF2-40B4-BE49-F238E27FC236}">
                      <a16:creationId xmlns:a16="http://schemas.microsoft.com/office/drawing/2014/main" id="{CC0C6C74-399A-491E-B7BC-1B9E63058BF8}"/>
                    </a:ext>
                  </a:extLst>
                </p14:cNvPr>
                <p14:cNvContentPartPr/>
                <p14:nvPr/>
              </p14:nvContentPartPr>
              <p14:xfrm>
                <a:off x="6399670" y="931627"/>
                <a:ext cx="200160" cy="263520"/>
              </p14:xfrm>
            </p:contentPart>
          </mc:Choice>
          <mc:Fallback xmlns="">
            <p:pic>
              <p:nvPicPr>
                <p:cNvPr id="7" name="Rokopis 6">
                  <a:extLst>
                    <a:ext uri="{FF2B5EF4-FFF2-40B4-BE49-F238E27FC236}">
                      <a16:creationId xmlns:a16="http://schemas.microsoft.com/office/drawing/2014/main" id="{CC0C6C74-399A-491E-B7BC-1B9E63058B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95350" y="927307"/>
                  <a:ext cx="208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Rokopis 7">
                  <a:extLst>
                    <a:ext uri="{FF2B5EF4-FFF2-40B4-BE49-F238E27FC236}">
                      <a16:creationId xmlns:a16="http://schemas.microsoft.com/office/drawing/2014/main" id="{D6B77308-6710-484C-A2CE-86D96195B3E5}"/>
                    </a:ext>
                  </a:extLst>
                </p14:cNvPr>
                <p14:cNvContentPartPr/>
                <p14:nvPr/>
              </p14:nvContentPartPr>
              <p14:xfrm>
                <a:off x="6666790" y="816067"/>
                <a:ext cx="167400" cy="353160"/>
              </p14:xfrm>
            </p:contentPart>
          </mc:Choice>
          <mc:Fallback xmlns="">
            <p:pic>
              <p:nvPicPr>
                <p:cNvPr id="8" name="Rokopis 7">
                  <a:extLst>
                    <a:ext uri="{FF2B5EF4-FFF2-40B4-BE49-F238E27FC236}">
                      <a16:creationId xmlns:a16="http://schemas.microsoft.com/office/drawing/2014/main" id="{D6B77308-6710-484C-A2CE-86D96195B3E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662470" y="811747"/>
                  <a:ext cx="1760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Rokopis 8">
                  <a:extLst>
                    <a:ext uri="{FF2B5EF4-FFF2-40B4-BE49-F238E27FC236}">
                      <a16:creationId xmlns:a16="http://schemas.microsoft.com/office/drawing/2014/main" id="{E3C78D52-6C4C-44C1-B7E2-A1FF6D7ADD88}"/>
                    </a:ext>
                  </a:extLst>
                </p14:cNvPr>
                <p14:cNvContentPartPr/>
                <p14:nvPr/>
              </p14:nvContentPartPr>
              <p14:xfrm>
                <a:off x="6884950" y="959347"/>
                <a:ext cx="167760" cy="177480"/>
              </p14:xfrm>
            </p:contentPart>
          </mc:Choice>
          <mc:Fallback xmlns="">
            <p:pic>
              <p:nvPicPr>
                <p:cNvPr id="9" name="Rokopis 8">
                  <a:extLst>
                    <a:ext uri="{FF2B5EF4-FFF2-40B4-BE49-F238E27FC236}">
                      <a16:creationId xmlns:a16="http://schemas.microsoft.com/office/drawing/2014/main" id="{E3C78D52-6C4C-44C1-B7E2-A1FF6D7ADD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80630" y="955027"/>
                  <a:ext cx="17640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Skupina 17">
            <a:extLst>
              <a:ext uri="{FF2B5EF4-FFF2-40B4-BE49-F238E27FC236}">
                <a16:creationId xmlns:a16="http://schemas.microsoft.com/office/drawing/2014/main" id="{4C8A3239-9546-4AD8-A751-F1EFE128F204}"/>
              </a:ext>
            </a:extLst>
          </p:cNvPr>
          <p:cNvGrpSpPr/>
          <p:nvPr/>
        </p:nvGrpSpPr>
        <p:grpSpPr>
          <a:xfrm>
            <a:off x="7285630" y="541387"/>
            <a:ext cx="1560240" cy="767880"/>
            <a:chOff x="7285630" y="541387"/>
            <a:chExt cx="1560240" cy="76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Rokopis 9">
                  <a:extLst>
                    <a:ext uri="{FF2B5EF4-FFF2-40B4-BE49-F238E27FC236}">
                      <a16:creationId xmlns:a16="http://schemas.microsoft.com/office/drawing/2014/main" id="{E93F3E12-E183-4E55-AB83-E9FB798C6149}"/>
                    </a:ext>
                  </a:extLst>
                </p14:cNvPr>
                <p14:cNvContentPartPr/>
                <p14:nvPr/>
              </p14:nvContentPartPr>
              <p14:xfrm>
                <a:off x="7285630" y="1003267"/>
                <a:ext cx="144000" cy="159840"/>
              </p14:xfrm>
            </p:contentPart>
          </mc:Choice>
          <mc:Fallback xmlns="">
            <p:pic>
              <p:nvPicPr>
                <p:cNvPr id="10" name="Rokopis 9">
                  <a:extLst>
                    <a:ext uri="{FF2B5EF4-FFF2-40B4-BE49-F238E27FC236}">
                      <a16:creationId xmlns:a16="http://schemas.microsoft.com/office/drawing/2014/main" id="{E93F3E12-E183-4E55-AB83-E9FB798C614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81310" y="998947"/>
                  <a:ext cx="152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Rokopis 10">
                  <a:extLst>
                    <a:ext uri="{FF2B5EF4-FFF2-40B4-BE49-F238E27FC236}">
                      <a16:creationId xmlns:a16="http://schemas.microsoft.com/office/drawing/2014/main" id="{6A77BBC7-53D2-4BFB-9534-2DB45D818610}"/>
                    </a:ext>
                  </a:extLst>
                </p14:cNvPr>
                <p14:cNvContentPartPr/>
                <p14:nvPr/>
              </p14:nvContentPartPr>
              <p14:xfrm>
                <a:off x="7603510" y="758107"/>
                <a:ext cx="10800" cy="419040"/>
              </p14:xfrm>
            </p:contentPart>
          </mc:Choice>
          <mc:Fallback xmlns="">
            <p:pic>
              <p:nvPicPr>
                <p:cNvPr id="11" name="Rokopis 10">
                  <a:extLst>
                    <a:ext uri="{FF2B5EF4-FFF2-40B4-BE49-F238E27FC236}">
                      <a16:creationId xmlns:a16="http://schemas.microsoft.com/office/drawing/2014/main" id="{6A77BBC7-53D2-4BFB-9534-2DB45D81861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599190" y="753787"/>
                  <a:ext cx="1944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Rokopis 11">
                  <a:extLst>
                    <a:ext uri="{FF2B5EF4-FFF2-40B4-BE49-F238E27FC236}">
                      <a16:creationId xmlns:a16="http://schemas.microsoft.com/office/drawing/2014/main" id="{8934CA79-FC11-49BF-91D2-D60E3D6095F3}"/>
                    </a:ext>
                  </a:extLst>
                </p14:cNvPr>
                <p14:cNvContentPartPr/>
                <p14:nvPr/>
              </p14:nvContentPartPr>
              <p14:xfrm>
                <a:off x="7525030" y="919027"/>
                <a:ext cx="163440" cy="84240"/>
              </p14:xfrm>
            </p:contentPart>
          </mc:Choice>
          <mc:Fallback xmlns="">
            <p:pic>
              <p:nvPicPr>
                <p:cNvPr id="12" name="Rokopis 11">
                  <a:extLst>
                    <a:ext uri="{FF2B5EF4-FFF2-40B4-BE49-F238E27FC236}">
                      <a16:creationId xmlns:a16="http://schemas.microsoft.com/office/drawing/2014/main" id="{8934CA79-FC11-49BF-91D2-D60E3D6095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20710" y="914707"/>
                  <a:ext cx="172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Rokopis 12">
                  <a:extLst>
                    <a:ext uri="{FF2B5EF4-FFF2-40B4-BE49-F238E27FC236}">
                      <a16:creationId xmlns:a16="http://schemas.microsoft.com/office/drawing/2014/main" id="{94D46D9E-A546-49A4-8A38-CBF5FFAF94F9}"/>
                    </a:ext>
                  </a:extLst>
                </p14:cNvPr>
                <p14:cNvContentPartPr/>
                <p14:nvPr/>
              </p14:nvContentPartPr>
              <p14:xfrm>
                <a:off x="7767310" y="962947"/>
                <a:ext cx="116280" cy="142920"/>
              </p14:xfrm>
            </p:contentPart>
          </mc:Choice>
          <mc:Fallback xmlns="">
            <p:pic>
              <p:nvPicPr>
                <p:cNvPr id="13" name="Rokopis 12">
                  <a:extLst>
                    <a:ext uri="{FF2B5EF4-FFF2-40B4-BE49-F238E27FC236}">
                      <a16:creationId xmlns:a16="http://schemas.microsoft.com/office/drawing/2014/main" id="{94D46D9E-A546-49A4-8A38-CBF5FFAF94F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62990" y="958627"/>
                  <a:ext cx="124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" name="Rokopis 13">
                  <a:extLst>
                    <a:ext uri="{FF2B5EF4-FFF2-40B4-BE49-F238E27FC236}">
                      <a16:creationId xmlns:a16="http://schemas.microsoft.com/office/drawing/2014/main" id="{BC37D5AF-BE2D-4404-998B-236D19C8867B}"/>
                    </a:ext>
                  </a:extLst>
                </p14:cNvPr>
                <p14:cNvContentPartPr/>
                <p14:nvPr/>
              </p14:nvContentPartPr>
              <p14:xfrm>
                <a:off x="7904110" y="964027"/>
                <a:ext cx="560520" cy="209520"/>
              </p14:xfrm>
            </p:contentPart>
          </mc:Choice>
          <mc:Fallback xmlns="">
            <p:pic>
              <p:nvPicPr>
                <p:cNvPr id="14" name="Rokopis 13">
                  <a:extLst>
                    <a:ext uri="{FF2B5EF4-FFF2-40B4-BE49-F238E27FC236}">
                      <a16:creationId xmlns:a16="http://schemas.microsoft.com/office/drawing/2014/main" id="{BC37D5AF-BE2D-4404-998B-236D19C886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99790" y="959707"/>
                  <a:ext cx="569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Rokopis 14">
                  <a:extLst>
                    <a:ext uri="{FF2B5EF4-FFF2-40B4-BE49-F238E27FC236}">
                      <a16:creationId xmlns:a16="http://schemas.microsoft.com/office/drawing/2014/main" id="{2B723BA6-E7F5-4243-A4CA-E823F1BB0592}"/>
                    </a:ext>
                  </a:extLst>
                </p14:cNvPr>
                <p14:cNvContentPartPr/>
                <p14:nvPr/>
              </p14:nvContentPartPr>
              <p14:xfrm>
                <a:off x="8576230" y="958267"/>
                <a:ext cx="29880" cy="244440"/>
              </p14:xfrm>
            </p:contentPart>
          </mc:Choice>
          <mc:Fallback xmlns="">
            <p:pic>
              <p:nvPicPr>
                <p:cNvPr id="15" name="Rokopis 14">
                  <a:extLst>
                    <a:ext uri="{FF2B5EF4-FFF2-40B4-BE49-F238E27FC236}">
                      <a16:creationId xmlns:a16="http://schemas.microsoft.com/office/drawing/2014/main" id="{2B723BA6-E7F5-4243-A4CA-E823F1BB05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571910" y="953947"/>
                  <a:ext cx="38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Rokopis 15">
                  <a:extLst>
                    <a:ext uri="{FF2B5EF4-FFF2-40B4-BE49-F238E27FC236}">
                      <a16:creationId xmlns:a16="http://schemas.microsoft.com/office/drawing/2014/main" id="{A6D02FA3-ADF4-44BA-83D5-2BFF0E0E14EF}"/>
                    </a:ext>
                  </a:extLst>
                </p14:cNvPr>
                <p14:cNvContentPartPr/>
                <p14:nvPr/>
              </p14:nvContentPartPr>
              <p14:xfrm>
                <a:off x="8618710" y="865747"/>
                <a:ext cx="360" cy="360"/>
              </p14:xfrm>
            </p:contentPart>
          </mc:Choice>
          <mc:Fallback xmlns="">
            <p:pic>
              <p:nvPicPr>
                <p:cNvPr id="16" name="Rokopis 15">
                  <a:extLst>
                    <a:ext uri="{FF2B5EF4-FFF2-40B4-BE49-F238E27FC236}">
                      <a16:creationId xmlns:a16="http://schemas.microsoft.com/office/drawing/2014/main" id="{A6D02FA3-ADF4-44BA-83D5-2BFF0E0E14E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614390" y="86142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Rokopis 16">
                  <a:extLst>
                    <a:ext uri="{FF2B5EF4-FFF2-40B4-BE49-F238E27FC236}">
                      <a16:creationId xmlns:a16="http://schemas.microsoft.com/office/drawing/2014/main" id="{BBB6DE31-8426-4557-80B3-7B1DB78116B6}"/>
                    </a:ext>
                  </a:extLst>
                </p14:cNvPr>
                <p14:cNvContentPartPr/>
                <p14:nvPr/>
              </p14:nvContentPartPr>
              <p14:xfrm>
                <a:off x="8724550" y="541387"/>
                <a:ext cx="121320" cy="767880"/>
              </p14:xfrm>
            </p:contentPart>
          </mc:Choice>
          <mc:Fallback xmlns="">
            <p:pic>
              <p:nvPicPr>
                <p:cNvPr id="17" name="Rokopis 16">
                  <a:extLst>
                    <a:ext uri="{FF2B5EF4-FFF2-40B4-BE49-F238E27FC236}">
                      <a16:creationId xmlns:a16="http://schemas.microsoft.com/office/drawing/2014/main" id="{BBB6DE31-8426-4557-80B3-7B1DB78116B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720230" y="537067"/>
                  <a:ext cx="129960" cy="776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419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Odvod (</a:t>
            </a:r>
            <a:r>
              <a:rPr lang="sl-SI" dirty="0" err="1"/>
              <a:t>dvo</a:t>
            </a:r>
            <a:r>
              <a:rPr lang="sl-SI" dirty="0"/>
              <a:t>-stranski)</a:t>
            </a:r>
            <a:endParaRPr lang="en-US" dirty="0"/>
          </a:p>
        </p:txBody>
      </p:sp>
      <p:pic>
        <p:nvPicPr>
          <p:cNvPr id="4" name="Slika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4043"/>
            <a:ext cx="10256400" cy="50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90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155</Words>
  <Application>Microsoft Office PowerPoint</Application>
  <PresentationFormat>Širokozaslonsko</PresentationFormat>
  <Paragraphs>21</Paragraphs>
  <Slides>8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Officeova tema</vt:lpstr>
      <vt:lpstr>Numerično odvajanje</vt:lpstr>
      <vt:lpstr>Odvod</vt:lpstr>
      <vt:lpstr>PowerPointova predstavitev</vt:lpstr>
      <vt:lpstr>Numerično odvajanje</vt:lpstr>
      <vt:lpstr>Numerično odvajanje</vt:lpstr>
      <vt:lpstr>Odvod (eno-stranki)</vt:lpstr>
      <vt:lpstr>Numerično odvajanje</vt:lpstr>
      <vt:lpstr>Odvod (dvo-stranski)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Numerično odvajanje</dc:title>
  <dc:creator>Rene Markovič</dc:creator>
  <cp:lastModifiedBy>Rene Markovič</cp:lastModifiedBy>
  <cp:revision>10</cp:revision>
  <dcterms:created xsi:type="dcterms:W3CDTF">2017-03-16T09:39:42Z</dcterms:created>
  <dcterms:modified xsi:type="dcterms:W3CDTF">2022-03-10T12:07:20Z</dcterms:modified>
</cp:coreProperties>
</file>