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8"/>
  </p:notesMasterIdLst>
  <p:sldIdLst>
    <p:sldId id="256" r:id="rId5"/>
    <p:sldId id="272" r:id="rId6"/>
    <p:sldId id="273" r:id="rId7"/>
    <p:sldId id="259" r:id="rId8"/>
    <p:sldId id="257" r:id="rId9"/>
    <p:sldId id="276" r:id="rId10"/>
    <p:sldId id="258" r:id="rId11"/>
    <p:sldId id="277" r:id="rId12"/>
    <p:sldId id="278" r:id="rId13"/>
    <p:sldId id="279" r:id="rId14"/>
    <p:sldId id="274" r:id="rId15"/>
    <p:sldId id="269" r:id="rId16"/>
    <p:sldId id="260" r:id="rId17"/>
    <p:sldId id="261" r:id="rId18"/>
    <p:sldId id="262" r:id="rId19"/>
    <p:sldId id="270" r:id="rId20"/>
    <p:sldId id="271" r:id="rId21"/>
    <p:sldId id="263" r:id="rId22"/>
    <p:sldId id="265" r:id="rId23"/>
    <p:sldId id="266" r:id="rId24"/>
    <p:sldId id="267" r:id="rId25"/>
    <p:sldId id="268" r:id="rId26"/>
    <p:sldId id="264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64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0:4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 268 40,'0'0'1167,"0"0"-499,0 0-380,-1-21 2854,-63 4-2146,-1 3-1,0 3 0,-1 3 1,-11 1-996,-268 2 1835,235 5-1084,55 3-563,0 3 0,1 2 0,0 2 1,-2 4-189,-31 5 121,61-14-118,-1 2 0,1 1 1,1 2-1,0 0 0,0 1 0,1 2 1,1 0-1,0 2 0,0 0 1,2 1-1,0 2 0,1 0 0,-6 8-3,-5 6 13,0 2 0,2 2 0,2 0 0,2 2 0,1 0 0,1 2 0,3 1 0,1 0 0,2 2 0,-7 30-13,17-34-39,1 0 0,2 1 1,2 0-1,2 0 0,2 4 39,-2 17-84,1-43 62,1 0 0,1 0 0,0-1-1,2 1 1,0-1 0,0 0 0,2 0 0,7 13 22,16 29 48,29 39-48,-53-88 3,24 39 33,2-1 0,3-2 1,2-1-1,1-1 0,2-3 0,2-1 1,2-2-1,2-2 0,46 29-36,-11-20 483,1-3 0,2-4 0,76 23-483,270 67 1127,-384-115-985,393 94 422,-31-33-550,-200-37 22,-80-21 549,2-5 1,98-5-586,-13-1 48,480-2 158,-554-10-162,0-6 0,97-24-44,274-79-110,-326 67 246,17-13-136,-142 39 60,0-2 0,-2-3 0,-1-2 0,-1-3 0,9-9-60,-22 11 113,-1-2 0,-1-2 0,34-37-113,-61 56 72,-1-1-1,0 0 1,-1-2 0,-1 1-1,-1-1 1,-1-1-1,0 0 1,-1-1 0,-1 1-1,-2-2 1,0 1-72,34-133 72,-20 82 41,-2 0-1,-4-1 1,-3 0 0,-2-24-113,-7 31 505,-7-60-505,1 93-1,0 1 1,-3 0 0,0 0 0,-11-25 0,5 23 332,-3 1 0,0 0 0,-2 1 1,-2 0-1,-1 2 0,-24-28-332,9 17 195,-1 2 0,-2 2 0,-2 1 1,-20-11-196,17 17 275,-1 2 0,-1 2 0,-1 2 0,-2 2 1,-47-14-276,-11 3 440,-1 5 0,-35-2-440,-12 5 451,-149-5-451,-159 20 523,349 9-365,0 6 0,-52 11-158,-598 89 664,549-67-620,142-21-10,-1-5-1,-1-2 1,-51-1-34,-133-13 767,-33-13-767,270 14-2,-1 0 0,1-1 0,0-1 0,0-2 0,1 0 1,0-1-1,-15-8 2,19 8-144,0 1 1,-1 1 0,-6-1 143,14 4-29,10 3-1986,-1 0 3342,0-1 932,0 1-5082,1 0-4770,0 0-6650,0 5 11773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0:4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1120,'0'0'427,"0"0"-172,0 0 142,0 0 161,0 0-13,0 0-126,7 0-54,13 0 16,-3-1 108,0 1 1,0 0-1,0 1 0,0 1 1,0 1-1,-1 1 0,1 0 1,-1 1-1,11 4-489,133 74 1837,123 57-568,-213-107-1088,-1 3 0,-1 3 0,-3 3 0,-1 3 0,-2 2 0,23 27-181,-72-66 90,-12-7-212,-1-1-356,0 0-71,0 0-473,-8 3-3540,-11-3 4221,16 0-251,-24 0-1193,1 0 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0:4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1 560,'0'0'874,"0"0"-554,0 0-150,0 0 170,0 0 59,0 0-76,5 4-76,10 10 19,-2 2 0,0 0 0,0 0 0,-2 1 0,0 0 0,8 19-266,0-3 231,-11-19-116,-1 0-1,-1 0 1,0 1 0,2 7-115,-6-16 89,-1 1 0,1-1 0,-1 0 0,0 1 0,0-1 0,-1 0 0,0 1 0,0-1 0,-1 1 0,0-1 0,0 0 0,0 3-89,-1-7 53,1 1 1,-1-1-1,0 0 1,1 0 0,-1 0-1,0 0 1,0 0-1,0 0 1,0-1 0,0 1-1,-1-1 1,1 0-1,0 1 1,-1-1-1,1 0 1,-1 0 0,0 0-1,1-1 1,-1 1-1,1-1 1,-3 1-54,-61 5 310,64-6-308,-27 2 16,0-2 0,0-1 0,0-2-1,0-1 1,0-1 0,1-1-1,-27-9-17,-180-77-5254,201 80 3120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0:5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731 15 64,'0'0'719,"0"0"-214,0 0-227,0 0-12,0 0 86,0 0 51,-20-2-108,3-1-240,-8-1 237,0 1 0,1 1 1,-1 1-1,-22 2-292,36 1 159,0 1-1,0 0 1,0 1 0,0 0-1,1 0 1,-1 1 0,-8 6-159,-68 48 654,61-39-545,0 2 0,2 0 1,0 2-1,2 1 0,0 0 1,2 2-1,1 0 0,-6 13-109,-58 107 167,68-116-128,1 1 0,1 1 1,-7 28-40,15-36-2,2 1 0,0 0 1,2 0-1,1 0 1,1 9 1,0 15-54,0-41 53,0 0 0,1 0-1,0 0 1,0 0 0,1-1-1,0 1 1,0-1 0,1 0 0,0 0-1,1 0 1,0 0 0,0-1-1,1 1 1,-1-2 0,2 1-1,2 2 2,16 15 24,1-1 0,1-1 0,21 11-24,25 14 30,1-4 1,3-4-1,1-2 1,2-4-1,1-4 1,1-3-1,14-1-30,-42-14 3,0-2 0,0-2 0,29-2-3,169-5 25,-115-2-49,-101 3 24,-12 0 8,-1-2 0,0 0-1,0-1 1,4-2-8,-19 3 2,-1-1 0,1-1-1,-1 1 1,0-1 0,0 0 0,0-1-1,0 0 1,-1 0 0,1 0 0,-1-1-1,0 0 1,0 0 0,-1-1 0,3-3-2,2-2 1,-1-1 0,-1 0 1,0-1-1,0 0 1,-2-1-1,1 1 1,-2-1-1,0 0 1,0-1-1,0-6-1,1-13 0,-2-1 0,-1 1-1,-2 0 1,-1-1 0,-1 9-21,-1 1 1,-1-1 0,-1 1-1,-1-1 1,-2 1-1,0 1 1,-2-1 0,0 1-1,-2 1 1,-1-1 20,-9-16-4,-2 1-1,-2 1 1,-2 1 0,-1 1 0,-1 1-1,-3 2 1,0 1 0,-2 2 0,-1 1-1,-2 1 1,-14-6 4,-24-16 254,-2 3 0,-3 3 0,-1 4 0,-38-11-254,80 39 280,0 2 0,-1 1-1,1 3 1,-2 1 0,1 2-1,0 1 1,-33 5-280,62-2 37,0 1-1,0 0 1,0 1-1,1 0 1,-1 0-1,1 2 1,0-1-1,0 1 1,1 0-1,-1 1 0,1 1-36,-27 18-26,2 2-1,-4 5 27,25-20 31,-10 8 18,1 1-1,1 1 1,1 1-1,1 1 1,1 1 0,1 0-1,-8 19-48,14-23-19,2 0-1,0 1 0,1 1 1,1-1-1,1 1 0,1 0 1,1 1-1,1-1 1,2 1-1,0 2 20,1-15-35,-1-1 28,1 0 1,0-1 0,0 1 0,1 0-1,1 0 1,0-1 0,0 1 0,1-1-1,0 1 1,0-1 0,3 4 6,16 23-2,1-1 0,1-1 0,2-1 0,2-1 0,1-2-1,1-1 1,1-1 0,2-1 0,0-2 0,2-2 0,1-1 0,0-1 0,22 7 2,-1-4 0,1-3 0,0-2 0,2-2 0,0-3 0,1-3 0,0-3 0,0-2 0,56-2 0,-85-3 4,0-1-1,0-1 1,-1-2 0,1-2-1,0-1 1,-1-1 0,12-5-4,-11 1-2,-1-1 0,-1-1 1,0-2-1,-1-1 0,0-1 1,-2-2-1,0 0 0,-1-2 1,-1-1-1,-1-1 0,-1-1 1,15-20 1,-13 12-66,-10 13-21,0 0-1,10-20 88,-21 31-27,0 0-1,0-1 0,-1 1 1,0-1-1,0 0 0,-1 0 0,0 0 1,-1 0-1,1-7 28,-1-7-52,-1 0 0,0 0 0,-3-14 52,1 27-16,0 0 1,-1 0 0,0 0-1,0 0 1,-1 1 0,0 0-1,-1 0 1,0 0-1,-2-3 16,-9-10 1,-1 1-1,-2 0 1,0 2-1,0 0 1,-2 1-1,-20-14 0,-35-19 27,-33-15-27,76 46 10,-19-11 210,-2 3-1,-2 1 1,0 4-1,-1 1 0,-1 3 1,-1 3-1,-1 2 0,0 3 1,0 3-1,-56-1-219,92 9 30,-60-2 153,1 4 1,-3 3-184,58-1 25,1 0 0,-1 2 1,1 1-1,1 1 0,-1 1 0,2 1 1,-1 1-1,-1 3-25,6-2-161,0 0 1,1 2-1,1 1 1,0 0-1,1 1 1,1 1-1,0 1 1,-9 13 160,16-17-181,1 0 0,0 1 0,1 0 0,0 0 0,1 1-1,1 0 1,1 0 0,0 0 0,1 1 0,0 0 0,2 0 0,-1 13 181,1 17-3761,5 40 3761,5-33-2389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01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1 304,'0'0'283,"0"0"-115,0 0-19,0 0-7,0 0-33,-7 9 352,7 44-267,0-53-168,0 0 1,0 0 0,0 0 3,0 0 14,3-32-1,-1 32-54,0-1 0,0 1 0,0 0 0,0 0 0,0 0-1,-1 1 1,1-1 0,0 0 0,0 1 0,0-1 0,-1 1 0,1 0 0,0 0 0,-1-1-1,1 1 1,0 0 0,-1 0 0,1 1 0,-1-1 0,0 0 0,2 2 11,-2 0 5,1 0 0,-1 0 0,0 0 0,0 0 0,0 0 0,-1 1 0,1-1 0,-1 0 0,0 1 0,0-1 0,0 0 0,0 1-5,0 1-13,-2 14 148,2-19-123,0 0-1,0 1 1,-1-1 0,1 0-1,0 1 1,0-1-1,-1 0 1,1 1-1,0-1 1,-1 0-1,1 0 1,0 1-1,-1-1 1,1 0 0,0 0-1,-1 0 1,1 1-1,-1-1 1,1 0-1,0 0 1,-1 0-1,1 0 1,-1 0 0,1 0-1,0 0 1,-1 0-1,1 0 1,-1 0-1,1 0 1,0 0-1,-1 0 1,1 0-1,-1-1 1,1 1 0,0 0-1,-1 0 1,1 0-1,-1 0 1,1-1-1,0 1 1,-1 0-12,0-1 1,0 0 1,1 0-1,-1 0 1,0 0-1,0 0 0,1 0 1,-1 0-1,0 0 1,1 0-1,-1 0 1,1 0-1,-1 0 0,1 0 1,0 0-1,-1 0 1,1-1-1,0 1 0,0 0 1,0 0-1,0 0 1,0-1-2,0-32 18,0 23-15,1-11-256,2 20 80,0 15 94,0 31 123,-3-44 12,0 0-6,0 0-18,0 0-6,-10-35 44,10 29-1573,0 6 752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06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219 216 216,'0'0'401,"0"0"-42,0 0-77,0 0-52,0 0-46,0 0-33,-1-3 12,-3-4-207,1 2 563,1 17-222,3 2-251,0-9-29,-1-1 1,0 0 0,0 1-1,0-1 1,-1 1 0,1-1-1,-1 1-17,1-4 3,-1-1 0,1 0 0,0 1-1,0-1 1,-1 1 0,1-1 0,0 0 0,-1 1-1,1-1 1,0 0 0,-1 1 0,1-1 0,-1 0-1,1 1 1,0-1 0,-1 0 0,1 0 0,-1 0-1,1 1 1,-1-1 0,1 0 0,-1 0 0,1 0-1,-1 0 1,1 0 0,-1 0 0,1 0 0,-1 0-1,1 0 1,-1 0 0,1 0 0,-1 0 0,1 0-1,-1-1 1,1 1 0,-1 0 0,1 0-1,0 0 1,-1-1 0,1 1 0,-1 0 0,1-1-1,0 1 1,-1 0 0,1-1-3,-17-16 122,15 10-122,0 0-1,1 0 0,0 0 1,0 0-1,1 0 1,0 0-1,0-4 1,0 0-46,33 12-181,-31 1 229,0 0 1,0 0-1,0 0 0,-1 1 1,1-1-1,-1 1 0,0-1 1,1 1-1,-1-1 1,0 1-1,-1 0 0,1-1 1,0 1-1,-1 0 0,0 0-2,5 45 60,-5-29-60,1-13 12,-1 0-1,0 1 1,0-1-1,-1 0 0,1 0 1,-1 0-1,-1 1-11,2-6 4,-1 0 0,1 1 0,-1-1 0,0 0 0,0 1 0,1-1 0,-1 0 0,0 0 0,0 0 0,0 0 0,0 0 0,0 0 0,-1 0 1,1 0-1,0 0 0,0 0 0,-1-1 0,1 1 0,0 0 0,-1-1 0,1 1 0,-1-1 0,1 0 0,0 1 0,-1-1 0,1 0 0,-1 0 0,1 0 0,-1 0 0,-1 0-4,0 0 19,0 0 0,0 0 0,-1 0 1,1 0-1,0-1 0,-1 1 0,1-1 0,0 0 0,0 0 0,0 0 1,0-1-1,0 1 0,0-1 0,0 1 0,0-2-19,0 1 4,1-1-1,0 1 1,0-1 0,0 0 0,0 0-1,1 0 1,-1 0 0,1 0-1,0 0 1,-1-1 0,2 1 0,-1 0-1,0-1 1,1 1 0,-1-1-4,-1-16 15,1 0 0,0 1 0,2-3-15,-1 0 12,0 20-12,0 1 0,1-1 0,-1 1 0,0-1 0,1 0 0,-1 1 0,1-1 0,0 1-1,0-1 1,-1 1 0,1-1 0,0 1 0,0 0 0,0-1 0,1 1 0,-1 0 0,0 0 0,0 0 0,1 0 0,-1 0 0,0 0 0,1 0 0,-1 0-1,1 1 1,-1-1 0,1 1 0,0-1 0,-1 1 0,1-1 0,-1 1 0,1 0 0,0 0 0,0 0 0,11-2 7,0 1 1,0 1-1,0 0 1,4 1-8,2-1 8,-15 0-7,0 0 0,0 1-1,1-1 1,-1 1 0,0 0 0,0 0 0,0 0-1,0 0 1,0 1 0,0 0 0,0 0-1,0 0 1,0 0 0,-1 0 0,1 1 0,-1 0-1,0 0 1,0-1 0,0 2 0,0-1 0,0 0-1,-1 1 1,1-1 0,-1 1 0,0 0-1,0 0 1,-1 0 0,2 2-1,2 9 13,-1 0-1,-1 0 0,0 1 1,-1-1-1,-1 1 1,0-1-1,-2 6-12,1-18 5,-1-1 0,1 0-1,-1 1 1,0-1 0,1 0-1,-1 1 1,0-1-1,-1 0 1,1 0 0,0 0-1,-1 0 1,1 0-1,-1 0 1,1-1 0,-1 1-1,0 0 1,0-1 0,0 1-1,0-1 1,0 0-1,0 0 1,0 0 0,0 0-1,-1 0 1,1 0-1,0 0 1,-1-1 0,1 1-1,-2-1-4,-8 3 31,-1 0 0,0-2 1,1 1-1,-1-2 0,0 0-31,2 1 55,1-1 0,0-1-1,-1 0 1,1 0 0,0-1 0,-2-1-55,8 2 20,0-1 0,0 0 0,0 0 0,0 0 0,0-1 0,1 0-1,-1 1 1,1-1 0,0 0 0,-1-1 0,1 1 0,1-1 0,-1 1 0,0-1 0,0-1-20,-1-3 1,1-1 0,-1 1 0,1-1 1,1 0-1,0 0 0,0 1 0,1-1 0,0-1 0,0 1 0,1 0 0,1 0 1,-1 0-1,2-7-1,-1 13 3,-1 0 0,0 0 0,1 1 1,0-1-1,0 0 0,0 0 0,0 1 1,0-1-1,0 1 0,1-1 0,-1 1 1,1 0-1,0-1 0,0 1 0,0 0 0,0 0 1,0 0-1,0 0 0,0 1 0,0-1 1,1 0-1,-1 1 0,1 0 0,-1-1 1,1 1-1,0 0 0,0 1 0,-1-1 1,1 0-1,1 1-3,11-3 51,1 1 1,0 1-1,0 0 1,-1 1-1,4 1-51,5-1 23,-15 1-17,1-1 1,-1 2-1,1-1 1,-1 1-1,0 0 0,0 1 1,0 0-1,0 1 1,0 0-1,-1 0 0,1 1 1,-1 0-1,0 0 1,2 3-7,-4-3 13,-1 0 0,0 0 0,0 0 1,0 0-1,0 1 0,-1 0 0,0-1 1,-1 2-1,1-1 0,-1 0 0,0 1 1,-1-1-1,1 1 0,-2 0 0,1 0 1,0 0-1,-1 0 0,-1 0 0,1 4-13,-1-7 16,0 0-1,0 1 0,0-1 0,-1 0 0,0 0 0,0 0 1,0 0-1,0 0 0,0 0-15,-1-2 22,1 1 0,0-1 0,-1 0 0,1 0 0,-1-1 0,0 1 0,0 0 0,0 0 0,0-1 0,0 1 0,0-1 0,0 0 0,0 0 0,-1 0 0,-1 1-22,-16 6 137,0-2 0,-1 0 0,0-1 0,0-1 0,0-1 0,-1-1 0,1-1 0,-1 0 0,0-2 0,-6-1-137,26 1 28,0 1-1,0 0 1,-1-1 0,1 1-1,0-1 1,0 0 0,0 0-1,0 0 1,0 0 0,0 0-1,0 0 1,1-1 0,-1 1-1,0 0 1,1-1 0,-1 0-1,1 1 1,-1-1 0,1 0-1,0 0 1,0 1 0,0-1-1,0 0 1,0 0 0,0 0 0,0-1-1,1 1 1,-1 0 0,1 0-28,-3-9 13,2 0 0,0 0-1,0 0 1,1 0 0,0-4-13,0 2-19,0 10 21,1 0 1,-1 0-1,0 0 0,1 0 0,-1 1 1,1-1-1,0 0 0,0 0 0,0 0 1,0 1-1,1-1 0,-1 1 0,1-1 1,0 1-1,-1-1 0,1 1 0,0 0 1,2-1-3,0-1 14,0 1 1,1-1-1,0 1 1,0 0 0,0 1-1,0 0 1,1-1-1,-1 2 1,4-2-15,10-1 49,1 0 1,0 2-1,0 0 0,0 1 1,3 1-50,-19 0 5,0 0 1,0 0 0,0 0-1,0 0 1,0 1-1,0 0 1,0 0-1,0 0 1,0 0 0,0 1-1,-1 0 1,1-1-1,2 3-5,-4-2 10,1 0 0,-1 1-1,0-1 1,0 1-1,0-1 1,-1 1 0,1 0-1,0 0 1,-1 0 0,0 0-1,0 0 1,0 0-1,0 0 1,0 0 0,0 0-1,-1 0 1,0 2-10,2 2 47,-1 1 0,-1-1 0,1 1 0,-1-1 0,-1 1 0,1-1 0,-1 1 0,-1-1 1,0 2-48,1-5 27,-1 0 1,0 0 0,0 0 0,0 0 0,0 0 0,-1 0 0,1-1 0,-1 0 0,0 1 0,0-1 0,0 0 0,0 0 0,-1-1 0,1 1 0,-1-1 0,0 1-28,-4 1 46,1 0 0,-1 0 1,0-1-1,0 0 0,-1-1 0,1 0 1,0 0-1,-1-1 0,-3 1-46,-12-1 233,0-1-1,-18-1-232,39 0 35,-1 0 1,0 0-1,1-1 0,-1 1 1,1-1-1,0 0 0,-1 0 0,1 0 1,0 0-1,0 0 0,0-1 0,0 1 1,1-1-1,-1 0 0,1 0 0,0 0 1,-1 0-1,1 0 0,1 0 0,-2-4-35,-3-4 31,0 0-1,2 0 0,-1-1 0,1 1 0,-2-13-30,3 0-92,0 0-1,2 0 0,0-13 93,1 35-8,1 0-1,-1 1 1,0-1 0,0 1 0,1-1 0,-1 1-1,1-1 1,0 1 0,-1-1 0,1 1 0,0 0-1,0-1 1,0 1 0,-1 0 0,1 0 0,1 0-1,-1-1 1,0 1 0,0 0 0,0 0 0,1 1 0,-1-1-1,0 0 1,1 0 0,-1 1 0,1-1 0,-1 0-1,1 1 1,-1 0 0,1-1 0,-1 1 0,1 0-1,0 0 9,9-2-13,0 1-1,0 1 0,0 0 1,8 1 13,-1-1-9,-11 0 19,1 0 0,0 1 0,-1-1 0,1 1 0,-1 1-1,1 0 1,-1 0 0,1 0 0,-1 1 0,0 0 0,0 0 0,-1 1-1,1 0 1,-1 0 0,1 1 0,-1-1 0,0 1 0,-1 1 0,1-1-1,-1 1 1,-1 0 0,1 0 0,-1 0 0,0 1 0,0-1 0,0 1-1,-1 0 1,0 2-10,0 1 33,0-1 0,-1 0 0,0 1 0,0 0 0,-1-1 0,-1 1 0,0 0 0,0-1 0,-1 1 0,0 0 0,0 0-33,0-8 29,0 0 0,0 0 0,0 1 0,-1-1 0,1 0 0,-1 0 0,1 0 0,-1 0 0,0 0 0,1-1 0,-1 1 0,0 0 0,0-1 0,0 0 1,0 1-1,-1-1 0,1 0 0,0 0 0,-1 0 0,1 0 0,0 0 0,-1-1 0,1 1 0,-2-1-29,-8 2 39,-1 0 1,1-1-1,-1-1 1,-3 0-40,9 0 23,-12 0 18,8 1-81,0-1 1,0-1 0,0 0 0,-7-2 39,14 2 51,-1 0 0,1-1 0,0 1 1,0-1-1,-1 0 0,2-1 0,-1 1 0,0-1 1,0 1-1,1-1 0,-1 0 0,-2-4-51,1 1-6,1 0-1,-1 0 0,1 0 1,1 0-1,-1-1 0,1 1 0,0-1 1,1 0-1,-1 0 0,2 0 1,-2-7 6,1 0-49,0 1-1,1-1 1,1 0 0,0 0 0,1 1 0,1-1 49,-2 11-16,1-1-1,-1 1 0,1 0 0,0-1 0,0 1 1,1 0-1,-1 0 0,1 0 0,-1 0 1,1 0-1,0 0 0,0 1 0,0-1 0,1 1 1,-1-1-1,3-1 17,0 0-32,0 1 0,1-1 0,-1 1 0,1 1 0,-1-1 0,1 1 0,0 0 0,0 0 0,1 0 32,16-2-51,1 1 1,0 1 0,0 0-1,12 3 51,-25-1 33,-7 0-32,0 0-1,0 0 1,0 1 0,-1 0 0,1-1-1,0 1 1,0 1 0,0-1-1,-1 1 1,1-1 0,0 1 0,-1 0-1,0 0 1,1 1 0,-1-1 0,0 1-1,0 0 1,0-1 0,-1 1 0,1 1-1,-1-1 1,0 0 0,1 0-1,-1 1 1,-1-1 0,1 1 0,-1 0-1,1 0 1,0 2-1,2 10 105,0 1 0,-1-1 0,-1 1 0,0 0 0,-1 0 0,-2 7-105,1-21 27,0 1 0,0-1 0,0 1 0,-1-1 0,0 0 0,0 1 0,0-1 0,0 0 1,0 0-1,-1 1 0,1-1 0,-1 0 0,0-1 0,0 1 0,0 0 0,-2 2-27,-1-1 13,1 0 0,-1-1 0,1 1 0,-1-1 0,0 0 0,-1 0 0,1 0 0,0-1 0,-4 1-13,-8 2 37,1-1 0,-1 0 0,0-1 1,0-1-1,0-1 0,-9-1-37,14 0-1,0 0 0,1 0 0,-1-2 1,0 1-1,-1-2 1,7 1-7,1 0 0,0 0 0,0 0 0,0-1 0,0 0 1,1 0-1,-1 0 0,1 0 0,-1-1 0,1 0 0,0 0 0,0 0 7,-4-5-20,1-1 0,-1 1 0,1-1 0,1-1-1,0 1 1,1-1 0,0 0 0,0-1-1,1 1 1,1-1 0,-1-4 20,-1-8-73,2-1 0,1 1 0,1-1 1,1 0-1,1-1 73,-1 21-12,0 1 0,0 0 0,1 0 0,0-1 0,0 1 0,0 0 0,0 0 0,1 0 0,-1 0 0,1 0 0,0 0 0,0 0 0,1 1 0,-1-1 1,1 1-1,0 0 0,0 0 0,0-1 0,0 2 0,0-1 0,1 0 0,-1 1 0,1 0 0,0-1 0,0 1 0,0 1 0,0-1 0,0 1 0,0-1 0,2 1 12,14-3-32,0 1 0,-1 0 0,1 2 0,0 1 0,1 0 0,-1 1 32,-10 0-1,-1 1-1,1-1 1,0 2 0,-1-1-1,0 2 1,1-1 0,-1 1-1,0 0 1,-1 1 0,1 0-1,-1 0 1,0 1 0,0 0-1,-1 1 1,0-1 0,0 2 0,0-1-1,-1 1 1,4 6 1,-1-1 35,0 1 0,-1-1 0,-1 1-1,0 1 1,-1-1 0,0 1 0,-2 1 0,0-1 0,0 0 0,-1 1-1,-1 0 1,-1 1-35,0-5 9,-1 0-1,0 0 0,-1 0 0,0 1 1,-1-1-1,-1 3-8,1-10 58,1 0 1,-2 1-1,1-1 0,-1 0 1,0 0-1,0-1 1,0 1-1,0-1 0,-1 1 1,0-1-1,0 0 0,0 0 1,0-1-1,-4 3-58,-2 0 28,-1 1-1,0-1 1,0-1-1,-1 0 1,1-1 0,-1 0-1,0 0 1,0-1-1,-1-1 1,1 0-1,0-1 1,-1 0-1,1-1 1,-1-1 0,-10-1-28,20 1 2,0 1 0,0-1 0,0-1 0,0 1 1,0 0-1,0-1 0,0 0 0,0 1 1,1-1-1,-1 0 0,1 0 0,-1-1 1,1 1-1,0 0 0,0-1 0,0 0 0,0 1 1,0-1-1,1 0 0,-1 0 0,1 0 1,-1 0-3,-3-10-99,-1 0 1,2-1 0,0 1-1,-2-8 99,4 11-46,0 1 0,0-1 0,1 0 0,1 0-1,-1 1 1,1-1 0,1 0 0,1-8 46,-1 15-24,0 0 0,0 0 0,0 0 0,0 1-1,0-1 1,1 0 0,-1 0 0,1 1 0,0-1 0,0 1 0,0 0 0,0-1 0,0 1 0,0 0 0,1 0-1,-1 0 1,1 1 0,-1-1 0,1 1 0,0-1 0,-1 1 0,1 0 0,0 0 0,0 0 0,0 0 0,0 0-1,0 1 1,0 0 0,0-1 24,12-1-15,0 0 0,0 1 0,0 1 0,-1 0 0,1 1 0,0 1 0,3 0 15,-13 0 9,0-1 0,0 0-1,0 1 1,-1 0 0,1 0-1,0 0 1,-1 1 0,1 0 0,-1-1-1,0 2 1,0-1 0,0 0-1,-1 1 1,1 0 0,-1-1 0,0 2-1,0-1 1,0 0 0,0 0-1,-1 1 1,1 0 0,0 2-9,-1-1 42,1 1-1,-1 0 1,0 0 0,-1 0-1,0 0 1,0 0 0,0 0-1,-1 1 1,0-1 0,0 0 0,-1 0-1,0 0 1,0 0 0,-1 0-1,1 0 1,-2 1-42,1-3 36,-1 0 0,1 0-1,-1 0 1,0-1 0,0 1 0,-1-1 0,1 0-1,-1 0 1,0 0 0,0-1 0,0 1 0,-1-1-1,1 0 1,-1 0 0,0-1 0,0 1 0,0-1-1,0 0 1,0 0 0,0-1 0,-2 1-36,-8 1 17,0-1 1,-1-1-1,1 0 0,-14-1-17,15 0 48,10-1-49,-1 1 0,1-1 0,0 0 0,-1 0 0,1 0 0,0 0 0,0-1 0,0 0 0,0 1-1,0-2 1,0 1 0,1 0 0,-1-1 0,1 0 0,-1 1 0,1-1 0,0-1 0,0 1 0,1 0 0,-1-1 0,1 1 0,-1-1-1,1 0 1,0 0 0,0 0 0,1 0 0,-1 0 0,1-2 1,-3-5-64,1 0-1,0-1 1,1 0-1,1 1 1,-1-1-1,2 0 1,0 0-1,0 1 1,1-1-1,1-2 65,-2 11-24,1-1 0,0 0-1,0 1 1,1-1-1,-1 1 1,1 0-1,-1-1 1,1 1-1,0 0 1,0 0 0,1 0-1,-1 0 1,1 1-1,-1-1 1,1 1-1,0-1 25,3-1-37,-1 0-1,1 1 0,1-1 0,-1 1 1,1 0-1,-1 1 0,1-1 1,2 1 37,13-3-75,1 1 1,-1 2 0,0 0 0,22 1 74,-40 1-3,-1 0 1,1 0-1,-1 1 0,1-1 1,0 1-1,-1 0 0,1 0 1,-1 0-1,1 1 1,-1-1-1,0 1 0,0 0 1,0 0-1,1 0 0,-2 0 1,1 0-1,0 1 0,0-1 1,-1 1-1,0 0 1,1 0-1,-1 0 0,0 0 1,0 0-1,-1 0 0,1 0 1,-1 1-1,1-1 0,0 3 3,1 5 80,-1 0-1,0 0 1,0 0-1,-1 1 1,-1-1-1,0 0 1,0 0-1,-1 0 1,-1 5-80,0-9 26,0 0 0,0 1-1,-1-2 1,0 1 0,0 0 0,0-1 0,-1 1 0,0-1 0,-1 0 0,1 0 0,-1 0 0,0-1 0,0 0 0,-1 0 0,1 0 0,-1-1-1,-1 0 1,1 0 0,-4 2-26,-2 0 42,0 0 0,0 0 0,0-1 0,-1-1-1,0 0 1,0-1 0,0 0 0,0-1 0,0-1 0,-8 0-42,15 0-12,0-1 1,0-1-1,0 1 1,0-1-1,-1 0 1,1 0 0,-5-3 11,8 3-10,0-1 0,0 0 0,0 0 0,0 0 0,1 0 0,-1 0 0,1 0 1,-1-1-1,1 0 0,0 1 0,0-1 0,0 0 0,0 0 0,0 0 1,1 0 9,-4-7-29,0 0 1,1-1 0,0 1 0,1-1-1,0 0 1,1 1 0,-1-10 28,0-14-396,2-31 396,1 60-27,0 1 0,0-1 1,1 0-1,-1 1 0,1-1 0,0 1 0,1-1 1,-1 1-1,1 0 0,0 0 0,0 0 0,0 0 1,1 0-1,-1 0 0,1 0 0,0 1 0,0-1 1,0 1-1,1 0 0,3-3 27,-1 2-20,0 0-1,1 0 1,0 1 0,-1 0-1,2 0 1,-1 1 0,0 0-1,0 0 1,1 0 0,-1 1-1,1 0 1,5 1 20,-11 0-5,9-1-25,-1 0-1,1 1 0,0 1 1,-1 0-1,1 0 1,4 2 30,-11-2-2,0 1 1,0-1 0,-1 1 0,1 0 0,-1 0-1,0 0 1,0 1 0,0-1 0,0 1 0,0 0 0,0 0-1,0 0 1,-1 0 0,0 0 0,1 0 0,-1 1 0,-1-1-1,1 1 1,0 0 1,1 2 41,0 1 0,0 0-1,-1 0 1,0 0-1,0 0 1,-1 1 0,0-1-1,0 0 1,-1 1 0,0-1-1,0 1 1,0-1 0,-1 0-1,-1 1 1,1-1 0,-1 0-1,0 0 1,0 0 0,-1 0-1,0 0 1,-1-1 0,1 1-1,-1-1 1,0 0 0,-1 0-1,1 0 1,-1-1 0,0 0-1,-1 1 1,1-2-1,-1 1 1,0-1 0,-1 1-41,1-2 43,-1 0-1,1 0 1,-1 0 0,0-1 0,0 1-1,0-2 1,0 1 0,0-1 0,-1 0 0,1-1-1,0 1 1,0-1 0,-1-1 0,0 0-43,6 1-4,-1-1 0,1 0 0,-1-1 0,1 1 0,-1 0 0,1-1 0,0 1 0,0-1 1,0 0-1,0 0 0,0 1 0,0-1 0,0-1 0,1 1 0,-1 0 0,1 0 0,-1-1 0,1 1 1,0 0-1,0-1 0,0 0 0,0 0 4,-3-7-44,1 0-1,0 1 1,0-1 0,1 0 0,0-5 44,1 4-79,0 0 0,0 0 0,1 0 0,1 0 0,0 0 0,0 0 0,2-4 79,-2 11-19,1 0 0,-1 0 1,1 0-1,0 1 0,0-1 0,1 0 1,-1 1-1,1-1 0,-1 1 1,1 0-1,0 0 0,0 0 1,1 0-1,-1 1 0,0-1 1,1 1-1,0 0 0,-1 0 1,1 0-1,1 0 19,7-2-46,0 1-1,0 0 1,0 0 0,0 1-1,1 1 1,-1 0 0,0 1 0,9 1 45,-7-1-52,-11 0 56,0 1 0,0 0 1,0-1-1,0 1 0,0 0 0,0 1 1,0-1-1,-1 0 0,1 1 1,0-1-1,-1 1 0,1 0 0,-1 0 1,1 0-1,-1 0 0,0 1 0,0-1 1,0 0-1,0 1 0,-1 0 0,1-1 1,-1 1-1,1 0 0,-1 0 0,0 0 1,0 0-1,1 3-3,2 7 120,-1 1-1,0 0 1,0 0 0,-1 0 0,-1 9-120,0-15 34,-1 1-1,0-1 1,0 0 0,-1 1 0,0-1 0,0 0 0,-1 1-1,-1 1-33,2-6 37,-1-1-1,0 1 1,0-1-1,0 0 0,0 0 1,-1 0-1,0 0 0,1 0 1,-1-1-1,0 1 1,0-1-1,0 0 0,0 1 1,-1-1-1,1-1 1,-1 1-1,1-1 0,-4 2-36,-1 0 12,1 0-1,-1-1 1,0 0-1,0 0 1,-1-1-1,1 0 1,0 0-1,0-1 1,0 0-1,-1-1 0,1 1 1,-1-2-12,4 1 3,-1 0 1,1-1-1,-1 0 0,1 0 0,0 0 1,0-1-1,0 0 0,0 0 0,0 0 1,1 0-1,-1-1 0,1 0 1,0 0-1,0 0 0,1 0 0,-1-1 1,-1-2-4,-1-3-39,1 0 0,0-1 1,0 0-1,1 0 0,0 0 1,1 0-1,1-1 0,0 0 1,0-3 38,-1-9-117,2 0 0,1 0-1,1 0 1,1-1 117,-2 21-11,0 1-1,1-1 1,0 1-1,0 0 1,0-1-1,0 1 1,1 0-1,-1 0 0,1 0 1,-1 0-1,1 0 1,0 0-1,1 0 1,-1 0-1,0 1 1,1 0-1,-1-1 0,1 1 1,0 0-1,0 0 1,0 0-1,0 0 1,0 1-1,0-1 1,0 1-1,1 0 0,-1 0 1,1 0 11,11-2-66,0 0 0,0 1 1,0 0-1,1 2 0,10 0 66,-21 0 8,1 1 0,-1 0-1,0 0 1,1 1-1,-1-1 1,0 1 0,0 0-1,0 1 1,0-1-1,0 1 1,-1 0 0,1 0-1,-1 0 1,0 1-1,0 0 1,0 0 0,0 0-1,-1 0 1,1 0 0,-1 1-1,0-1 1,0 1-1,-1 0 1,0 0 0,1 2-8,3 7 65,0 0 0,-1 0 1,-1 0-1,0 1 1,-1 0-1,-1-1 0,0 1 1,-1 13-66,-1-21 41,0 0 0,0 0 1,-1 0-1,0 0 1,0-1-1,0 1 0,-1 0 1,0 0-1,-1-1 0,0 3-41,0-5 35,0 0 0,0 0-1,0-1 1,0 1 0,0-1-1,0 0 1,-1 0 0,0 0-1,0 0 1,0-1 0,0 1-1,0-1 1,0 0 0,0 0-1,-1-1 1,0 1-35,-10 2 39,0-1 1,0-1-1,-1-1 1,1 0-1,0 0 1,-1-2-1,-7-1-39,20 2 0,0 0 0,0-1 0,0 1 0,0-1 0,1 0 0,-1 1 0,0-1 0,0-1 0,1 1 0,-1 0 0,1-1 0,-1 1-1,1-1 1,0 0 0,-1 0 0,1 0 0,-2-2 0,1 0-13,0-1-1,0 0 0,0 1 1,0-1-1,1 0 1,0 0-1,0-1 0,0 1 1,0-2 13,-2-14-107,1 1 1,1-1-1,1 0 0,1-13 107,0 32-9,0-6-25,0-1 1,1 0-1,0 0 0,0 0 0,1 1 0,0-1 0,1 1 0,0-1 1,0 1-1,1 0 0,0 0 0,0 1 0,3-4 34,-3 6-37,1 0 0,-1 0 0,1 0 0,0 1 0,0 0-1,0 0 1,0 0 0,1 0 0,0 1 0,-1 0 0,1 1 0,1-1 0,-1 1 0,0 0-1,0 0 1,1 1 0,-1 0 0,5 0 37,-4 0-21,0 0 0,0 1 0,0 0 0,0 0 0,0 0 0,0 1 0,0 0 0,0 1 0,6 1 21,-10-2 12,1 1-1,-1 0 0,0 0 0,0 0 1,0 1-1,0-1 0,0 1 1,0-1-1,-1 1 0,1 0 1,-1 0-1,0 0 0,0 0 0,0 0 1,0 1-1,0-1 0,-1 1 1,2 2-12,0 8 62,0 1 1,0-1-1,-1 1 1,-1-1-1,0 1 1,-1-1-1,-1 1 1,0 1-63,0-12 32,1-1-1,-1 0 1,0 0 0,0 0-1,0 0 1,0 0 0,0 0 0,0 0-1,-1 0 1,0-1 0,1 1 0,-1 0-1,0-1 1,0 1 0,-1-1-1,1 0 1,0 0 0,-1 0 0,1 0-1,-1 0 1,0-1 0,0 1 0,0-1-1,1 1 1,-1-1 0,0 0-1,-1 0 1,1 0 0,-3 0-32,-11 2 77,-1 0 0,0-1 0,1-1 0,-18-1-77,25 0-5,6 0-9,-1 0 1,1-1-1,-1 1 1,1-1-1,-1 0 1,1 0-1,-1-1 1,1 1-1,-1-1 1,1 0-1,0 0 1,0 0-1,0 0 1,0-1-1,1 0 1,-1 0-1,1 0 1,-1 0-1,1-1 1,0 1-1,0-1 1,1 1-1,-1-1 1,1 0-1,0 0 1,0 0-1,0-1 1,0 1-1,1 0 1,0-1-1,0 1 1,0-1-1,0-2 14,-1-2-79,0 0 0,1 0-1,0 0 1,1-1-1,0 1 1,1 0 0,-1-1-1,2 1 1,1-9 79,-1 14-30,0 0-1,0-1 1,0 1 0,0 0 0,0 0-1,1 1 1,-1-1 0,1 0 0,0 1-1,1 0 1,-1 0 0,0 0 0,1 0-1,0 0 1,-1 1 0,1-1 0,0 1-1,0 0 1,1 0 0,-1 1 0,0-1 30,10-2-96,-1 1 1,1 0 0,-1 0-1,1 2 1,0 0 0,0 0-1,0 1 1,8 1 95,-19 0 8,0 0 0,0-1 0,0 1 1,0 0-1,0 1 0,0-1 0,-1 0 0,1 1 1,0 0-1,0-1 0,-1 1 0,1 0 0,-1 0 1,0 1-1,0-1 0,0 0 0,0 1 0,0-1 1,0 1-1,0 0 0,-1 0 0,0-1 0,1 1 1,-1 0-1,0 0 0,0 0 0,-1 1-8,4 9 45,-1 0-1,-1-1 0,0 1 0,-1 0 1,0 13-45,-1-16 76,0 0 1,0 0-1,-1 0 1,-1 0 0,0-1-1,0 1 1,-3 6-77,3-11 35,0-1 1,-1 1 0,1-1 0,-1 0-1,0 0 1,0 0 0,-1 0 0,1-1-1,-1 1 1,0-1 0,0 0 0,0 0-1,0 0 1,0 0 0,-5 1-36,0 1 4,-1-2 1,1 1 0,-1-1-1,0 0 1,0-1-1,0 0 1,0-1-1,0 0 1,0 0 0,-1-1-1,1 0 1,0-1-1,0 0 1,-2-2-5,8 2-14,1 0 1,-1-1 0,1 1-1,0-1 1,-1 0-1,1 0 1,0-1 0,0 1-1,1-1 1,-1 1-1,0-1 1,1 0 0,0 0-1,-1 0 1,1 0-1,0 0 1,1-1 0,-1 1-1,1-1 1,-1 1-1,1-1 1,0 1-1,0-1 1,0 0 13,-2-13-104,1 0 0,0 0-1,1 0 1,1-11 104,0 25-7,0-2-8,0 0 0,1 0 0,-1 0-1,1 1 1,0-1 0,0 0 0,1 0-1,-1 1 1,1-1 0,0 1 0,0 0-1,1-1 1,-1 1 0,1 0 0,0 0-1,0 0 1,0 1 0,1-1 0,-1 1-1,2-1 16,1 0-47,0 0 0,0 1-1,0-1 1,0 1 0,1 1-1,-1-1 1,1 1-1,0 0 1,0 1 0,-1 0-1,1 0 1,0 0 0,0 1-1,2 0 48,-4-1-12,0 1 0,1 1 0,-1-1 0,0 1 0,0 0 0,1 0 0,-1 0 1,0 1-1,0-1 0,0 1 0,2 2 12,-3-1 13,-1-1 0,0 1-1,0 0 1,0 0 0,0 0 0,0 1 0,-1-1 0,1 1 0,-1-1 0,0 1 0,0 0 0,0 0 0,-1 0 0,1 1-13,2 7 64,-1 1 0,0-1 1,-1 1-1,0 0 0,-1-1 1,-1 1-1,0 0 0,-1 0-64,1 6-4,0-15 33,0-1 0,-1 1 0,1-1 0,-1 0 0,0 1-1,0-1 1,0 0 0,0 1 0,0-1 0,-1 0 0,0 0 0,0 0-1,1 0 1,-2 0 0,1-1 0,0 1 0,0-1 0,-1 1 0,0-1 0,1 0-1,-1 0 1,0 0 0,0 0 0,0 0 0,0-1 0,0 1 0,-1-1-1,1 0 1,0 0 0,-3 0-29,-11 3 84,1-1 0,-1 0-1,0-1 1,0-1 0,-12-2-84,28 1 19,1 0 0,-1 0 0,0 0 1,1 0-1,-1 0 0,0-1 0,1 1 1,-1 0-1,0-1 0,1 1 0,-1 0 1,0-1-1,1 1 0,-1-1 0,1 1 0,-1-1 1,1 1-1,-1-1 0,1 1 0,0-1 1,-1 0-1,1 1 0,0-1 0,-1 0 1,1 1-1,0-1-19,-6-27-184,7-25-339,0 49 494,0-1 0,0 1 1,1 0-1,-1-1 0,1 1 1,0 0-1,0 0 0,1 0 1,-1 0-1,1 1 0,0-1 0,0 1 1,0-1-1,1 1 0,-1 0 1,1 0-1,-1 1 0,1-1 0,0 1 1,0 0-1,0 0 0,0 0 1,1 0-1,3 0 29,5-2-74,-1 0 0,1 1 0,0 1 0,-1 0 0,1 1-1,0 1 1,0 0 0,6 0 74,-17 1 10,0-1-1,0 1 0,0 0 0,1-1 1,-1 1-1,0 0 0,0 0 1,0 0-1,0 1 0,0-1 1,-1 0-1,1 1 0,0-1 1,0 1-1,-1-1 0,1 1 0,-1 0 1,0 0-1,1 0 0,-1 0 1,0 0-1,0 0 0,0 0 1,0 0-1,-1 0 0,1 1 1,-1-1-1,1 0 0,-1 1-9,3 11 121,-2-1 0,1 1 0,-2 0 1,0 7-122,0-11 107,0-6-92,-1 0 1,1-1-1,-1 1 1,1 0-1,-1-1 1,0 1-1,-1-1 1,1 1-1,0-1 1,-1 0-1,0 1 1,0-1-1,0 0 1,0 0-1,0 0 1,-1 0-1,1-1 1,-1 1-1,0-1 1,0 0-1,0 1 1,0-1-1,0 0 1,0-1-1,-1 1 1,1-1-1,0 1 1,-1-1-1,1 0 1,-3 0-16,-12 3 85,1 0 0,-1-2-1,0 0 1,1-1 0,-14-1-85,29 0-12,-1 1 0,0-1 0,0-1 0,1 1 0,-1 0 0,0-1 0,1 1 0,-1-1 0,1 0 1,-1 0-1,1 0 0,-1 0 0,1 0 0,-1 0 0,1-1 0,0 1 0,0-1 0,0 0 0,0 0 0,0 0 0,0 0 0,0 0 0,1 0 0,-1 0 0,1 0 0,-1-1 0,1 1 12,-2-6-110,1 1-1,0-1 1,0 0 0,1 0 0,0 0-1,0 0 1,1 1 0,0-7 110,1 13-62,-1 0 0,1-1 1,0 1-1,-1 0 0,1 0 1,0 0-1,0 0 1,0 0-1,0 0 0,0 0 1,0 0-1,0 0 0,0 0 1,0 1-1,0-1 0,0 0 1,1 1-1,-1-1 1,0 1-1,0-1 0,1 1 1,-1 0-1,0-1 0,1 1 1,-1 0-1,0 0 0,1 0 1,-1 0-1,0 0 0,1 0 1,0 1 61,3-2-425,0 1 0,0 0 0,0 1 0,0-1 0,0 1 0,0 0 0,0 0 0,-1 1 0,1 0 425,13 13-3278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1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0 944,'0'0'376,"0"0"-130,0 0-32,0 0 80,0 0 130,0 0-19,0 0 5,0 0-41,0 0-38,0 0 76,0 0-62,0 0 26,0 0 198,0 0-130,0 0-48,0 0 7,0 0 36,0 0 202,8 7-189,60 96 722,-36-53-555,33 40-614,-25-42 71,3-3 0,1-1 0,2-2 1,3-2-1,40 25-71,-56-43 59,2-1 1,1-2-1,0-2 1,1-1-1,1-2 0,0-2 1,1-1-1,1-2 1,18 2-60,183 23 1668,-61-6 520,0-8 0,88-5-2188,-121-13 1523,-6 0-192,-1-5 1,81-16-1332,-50-4 1074,124-19 959,-179 28-1030,2 5-1,78 6-1002,-42 1 1625,18-8-1625,-19 1 2159,106 9-2159,-97 2 1086,112 1-530,211-3 319,-375-8-875,97-21 0,-100 12 0,109-3 0,220-6 0,-248 12 0,47-5 0,-193 16 0,1 1 0,4 3 0,-4-1 0,-33 1 0,0 0 0,0 1 0,0 0 0,-1 1 0,1 0 0,-1 0 0,0 1 0,0 0 0,0 1 0,0 0 0,-1 0 0,3 3 0,11 8 0,0 1 0,-2 1 0,17 20 0,-7-4 0,-2 1 0,-1 2 0,-2 0 0,11 24 0,-32-51 0,-4-10 0,0 0 0,-1 0 0,1 1 0,0-1 0,0 0 0,-1 0 0,1 0 0,0 1 0,-1-1 0,1 0 0,0 0 0,-1 0 0,1 0 0,0 0 0,-1 0 0,1 0 0,0 0 0,-1 1 0,1-1 0,0 0 0,-1 0 0,1-1 0,0 1 0,-1 0 0,1 0 0,0 0 0,-1 0 0,1 0 0,0 0 0,-1 0 0,1-1 0,0 1 0,-1 0 0,1 0 0,0 0 0,-9-5 0,0 0 0,0 0 0,1-1 0,0 0 0,0 0 0,1-1 0,-7-6 0,-4-7 0,0-1 0,-5-8 0,13 13 0,0 0 0,1 0 0,0 0 0,2-1 0,0 0 0,1-1 0,0 0 0,1 0 0,2 0 0,0 0 0,0-1 0,2 1 0,0-1 0,2-5 0,19 11 0,-1 4 0,-19 8 0,1-1 0,-1 1 0,0-1 0,1 0 0,-1 1 0,0-1 0,0 1 0,0-1 0,0 0 0,0 1 0,-1-1 0,1-1 0,-1-2 0,1-68 0,0 55 0,0 50 0,0-12 0,0 0 0,1 0 0,1 0 0,0 0 0,2 0 0,0-1 0,6 15 0,40 84 0,-23-54 0,9 31 0,-30-78 0,-4-13 0,0 0 0,-1 0 0,1 1 0,-1-1 0,0 1 0,0-1 0,-1 2 0,3 0 0,-17-3 0,7-3 0,0-1 0,0 0 0,-1-1 0,1 1 0,0-2 0,0 1 0,1-1 0,-5-2 0,-56-32 0,40 22 0,-34-20 0,-34-10 0,72 35 0,0 1 0,-1 2 0,0 0 0,0 1 0,-25-1 0,29 4 0,86 0 0,-49 2 0,1 0 0,0-1 0,0-1 0,-1-1 0,0 0 0,0-2 0,0 0 0,0 0 0,-1-2 0,0 0 0,-1-1 0,0 0 0,0-1 0,-1-1 0,2-2 0,-11 9 0,-1 0 0,0 0 0,0 0 0,0-1 0,-1 0 0,1 1 0,-1-1 0,0 0 0,-1-1 0,1 1 0,-1 0 0,1-5 0,-6 16 0,0-1 0,0 0 0,-1 0 0,0-1 0,1 1 0,-2-1 0,-2 3 0,-10 12 0,-132 156 0,142-168 0,5-9 0,7-15 0,11-14 0,1 1 0,2 1 0,20-25 0,-8 13 0,-21 25 0,-8 12 0,1-1 0,-1 1 0,1 0 0,0 0 0,0 1 0,0-1 0,1 1 0,-1 0 0,1-1 0,0 1 0,2-1 0,-5 4 0,-1 0 0,0 1 0,1-1 0,-1 0 0,0 0 0,0 0 0,0 1 0,1-1 0,-1 0 0,0 1 0,0-1 0,0 0 0,1 0 0,-1 1 0,0-1 0,0 0 0,0 1 0,0-1 0,0 0 0,0 1 0,0-1 0,0 0 0,0 1 0,0-1 0,0 0 0,0 1 0,0-1 0,0 0 0,0 1 0,0-1 0,0 0 0,0 1 0,0-1 0,-2 9-31,0-1 0,0 0 0,-1 1 0,0-1 0,0-1 0,-1 1 0,0 0 0,0-1 0,-1 0 0,0 0 0,0 0 0,-1-1 0,-3 4 31,1-5-5625,-4-4-11787,12-1 17024,-6 0-4550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1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288 111 1056,'0'0'538,"0"0"-233,0 0-70,0 0 118,0 0-42,0 0-39,-20-6 2040,17-1-2280,-1 0 0,1 0 1,0-1-1,1 0 0,0 1 0,0-1 0,0 0 0,1 0 0,1 0 0,-1 0 0,1 0 0,0 0-32,1 7-4,-1 1 1,0 0-1,0 0 1,0-1 0,1 1-1,-1 0 1,0-1-1,1 1 1,-1 0 0,0 0-1,0-1 1,1 1 0,-1 0-1,1 0 1,-1 0-1,0 0 1,1 0 0,-1-1-1,0 1 1,1 0-1,-1 0 1,0 0 0,1 0-1,-1 0 1,1 0-1,-1 0 1,0 0 0,1 0-1,-1 0 1,1 1 0,-1-1-1,0 0 1,1 0-1,-1 0 1,0 0 0,1 1-1,-1-1 4,13 4 76,-9-2-64,-1 1 1,0 0-1,0-1 0,0 1 0,0 1 0,0-1 1,-1 0-1,1 1 0,-1-1 0,0 1 0,0 0 1,0-1-1,-1 1 0,1 0 0,-1 0 0,0 0 1,0 1-13,1 9 47,0 1 1,0-1-1,-2 1 1,0 4-48,0-16 16,-1 0 0,0 1 0,1-1 0,-1 0 0,0 0 1,-1 1-1,1-1 0,-1 0 0,1 0 0,-1 0 0,0-1 1,0 1-1,0 0 0,0-1 0,-1 1 0,1-1 0,-1 0 1,1 0-1,-1 0 0,0 0 0,0 0 0,0-1 0,0 1 0,0-1 1,0 1-1,0-1 0,-2 0-16,-7 3 275,0-1 0,0 0 0,0 0-1,-1-1 1,1-1 0,-1 0 0,0 0-275,13-37 402,1 35-413,0-1 1,0 1 0,0 0 0,1 0 0,-1-1 0,0 1-1,1 0 1,-1 0 0,1 0 0,-1 0 0,1 1 0,-1-1 0,1 0-1,0 1 1,-1-1 0,1 1 0,0-1 0,-1 1 0,2 0 10,35-7 62,6 7 37,-43 2-79,-1 0 0,1-1 1,-1 1-1,1 0 1,-1 0-1,1 0 0,-1 0 1,0 0-1,0 0 1,0 0-1,0 0 0,0 0 1,-1 1-21,1-1 41,0 0-12,0 0 0,0 0 0,0 0 0,0 0 0,0 1 0,-1-1 0,1 0 0,-1 0 0,1 0 0,-1 0 0,0 0 0,0 0 0,0 0 0,0 0 0,0 0 0,0-1 0,0 1 0,-1 0-29,0 0 22,-1-1 0,0 1 1,0 0-1,1-1 0,-1 0 1,0 1-1,0-1 0,0 0 0,0-1 1,-1 1-1,-2 0-22,-10 1 122,-1 0 1,0-2-1,-14 0-122,4-1 61,25 1-50,-1-1 0,1 1 0,0-1 0,-1 0 0,1 0 0,0 0 0,0 0 0,0 0 0,0-1-1,0 1 1,0-1 0,0 1 0,0-1 0,1 0 0,-1 1 0,1-1 0,-1 0 0,1 0 0,0 0 0,-1 0 0,1-1 0,0 1-1,1 0 1,-1 0 0,0-1 0,0 1 0,1-1-11,-3-7-43,0 0 0,1 0-1,0 0 1,1-1 0,0-9 43,1 17-28,0-1 0,0 1 0,0 0 0,0-1 0,1 1 0,-1-1 1,1 1-1,0 0 0,0 0 0,0-1 0,1 1 0,-1 0 0,2-1 28,-1 2-5,0 0 0,0-1 0,1 1 0,-1 1-1,1-1 1,-1 0 0,1 1 0,0-1 0,-1 1 0,1 0-1,0 0 1,0 0 0,0 0 0,0 0 0,0 1 5,12-3 11,0 1 0,0 0 0,0 1-1,1 1 1,-1 1-11,3-1 3,-16 0 1,1 0 0,-1 0-1,0 1 1,0-1 0,0 1 0,0-1 0,0 1-1,0 0 1,0 0 0,0 0 0,0 0-1,0 0 1,0 0 0,0 1 0,0-1-1,-1 0 1,1 1 0,-1 0 0,1-1 0,-1 1-1,0 0 1,1 0 0,-1-1 0,0 1-1,0 0 1,0 0 0,-1 0 0,1 1-1,0-1 1,-1 0 0,1 0 0,-1 0 0,0 0-4,2 10 85,-1 0 0,0 0 0,-1 1 1,0-1-1,-1 5-85,0-13 23,0-1 0,0 0 0,0 0 1,-1 1-1,1-1 0,-1 0 0,0 0 0,1-1 0,-1 1 1,0 0-1,-1-1 0,1 1 0,0-1 0,-1 1 0,0-1 0,1 0 1,-1 0-1,0 0 0,0-1 0,0 1 0,0-1 0,0 0 1,0 1-1,-1-1 0,-2 0-23,-8 3 55,-1 0-1,0-1 1,1 0-1,-1-2 1,-4 1-55,-61-2-127,79-3 104,0 0-1,0-1 1,0 1-1,0-1 1,1 1 0,0-1-1,0 1 1,0-1-1,0 1 1,0-1-1,1 0 24,-1-1-44,0 2 29,0 1 1,1-1-1,-1 1 1,0-1-1,1 1 1,0 0 0,0-1-1,-1 1 1,1 0-1,1 0 1,-1 0-1,0-1 1,1 1-1,-1 1 1,1-1-1,-1 0 1,1 0-1,0 0 1,0 1 14,3-3-17,0 0 0,0 1-1,1-1 1,-1 1 0,1 1 0,0-1-1,0 1 1,0 0 17,10-2-42,0 0 0,1 1-1,0 0 1,-1 1 0,13 1 42,-16 0-36,18 1 123,-31 0-83,1 0 0,0 0 0,-1 1 0,1-1-1,0 0 1,-1 0 0,1 0 0,0 1 0,-1-1 0,1 0 0,0 1-1,-1-1 1,1 0 0,-1 1 0,1-1 0,-1 1 0,1-1 0,-1 1-1,1-1 1,-1 1 0,1 0 0,-1-1 0,0 1 0,1-1 0,-1 1-1,0 0 1,1-1 0,-1 1 0,0 0 0,0-1 0,0 1 0,0 0-1,0 0 1,0 0-4,1 2 32,-1 1 0,0 0 0,0-1 0,-1 1 0,1 0-1,-1-1 1,0 1 0,0-1 0,0 1 0,0-1 0,-1 1 0,1-1-1,-1 0 1,0 0 0,0 0 0,0 0 0,0 0 0,-1 0 0,1 0-1,-1-1 1,1 1 0,-1-1 0,0 0 0,0 0 0,0 0 0,-1 0-1,-2 1-31,-5 3 8,0-1-1,-1 0 0,1 0 1,-1-2-1,0 1 0,-1-1 0,1-1 1,0 0-1,-1-1 0,1-1 0,-11 0-7,20 0-10,0-1 0,0 1 0,0-1 0,0 0-1,0 0 1,1 0 0,-1 0 0,0-1 0,1 1-1,-1-1 1,1 1 0,-1-1 0,1 0 0,0 0-1,0 0 1,-1 0 0,2-1 0,-1 1 0,0 0-1,0-1 1,1 1 0,-1-1 0,1 0 0,0 0-1,0 1 1,0-1 0,0 0 0,0 0 0,1-1 10,-4-10-86,1 0 0,1 0 0,0-1 0,1 1 0,1-8 86,0 20-12,0 0 0,0 1 0,0-1 1,0 0-1,1 1 0,-1-1 0,1 0 0,-1 1 0,1-1 1,0 0-1,0 1 0,0-1 0,0 1 0,0-1 0,0 1 0,0 0 1,0 0-1,0-1 0,2 0 12,0 0-10,1-1 0,-1 1 1,1 0-1,0 0 0,-1 1 0,1-1 0,0 1 1,3-1 9,10-2-19,0 2 0,0-1 0,17 2 19,-28 0-19,15 0-23,-10 0 55,0 0 1,0 1 0,-1 0 0,1 1-1,0 0 1,5 1-14,-14-1 5,0 0 0,-1 1 0,1-1-1,0 0 1,0 1 0,-1-1 0,1 1-1,-1-1 1,1 1 0,-1 0 0,0 0 0,1-1-1,-1 1 1,0 0 0,0 0 0,0 0 0,-1 0-1,1 0 1,0 1 0,-1-1 0,0 0-1,1 0 1,-1 0 0,0 0 0,0 2-5,1 7 74,-1-1-1,0 1 1,-1-1 0,-1 9-74,0-14 39,1-1 0,-1 0 0,0 1 0,-1-1 0,1 0 0,-1 0 0,1 0 0,-1-1 0,0 1 0,-1 0 0,1-1 0,0 0 0,-1 0 0,0 0 0,0 0 0,0-1 0,0 0 0,-3 2-39,-1 0 24,0 0-1,0 0 1,-1-1 0,1 0 0,-1 0 0,1-1 0,-1-1-1,0 1 1,-6-1-24,14-1 14,0 1 0,0-1 0,0 0 0,0 0 0,0-1 0,-1 1-1,1 0 1,0 0 0,0 0 0,0-1 0,0 1 0,0-1 0,0 1 0,0 0 0,0-1 0,0 0-1,0 1 1,0-1 0,1 0 0,-1 1 0,0-1 0,0-1-14,-5-21-50,5 14-4,1 5 15,-1 0 0,1 0 1,0 0-1,0-1 0,1 1 1,-1 0-1,1 0 1,0 1-1,0-1 0,0 0 1,0 0-1,1 0 0,-1 1 1,1-1-1,0 0 0,0 1 1,0 0-1,1-1 1,1-1 38,1 1-29,0 0 0,0 0 0,0 0 1,1 1-1,-1 0 0,1 0 0,0 0 1,0 1-1,0-1 0,0 1 0,0 1 1,3-1 28,-5 1-33,1 0 1,-1 0 0,1 0 0,-1 1-1,1 0 1,-1 0 0,1 0 0,-1 0-1,2 1 33,-5-1 2,1 1-1,-1-1 0,0 1 1,0 0-1,1-1 0,-1 1 1,0 0-1,0 0 0,0-1 1,0 1-1,0 0 0,0 0 1,0 0-1,0 0 0,0 1 0,-1-1 1,1 0-1,0 0 0,-1 0 1,1 1-1,-1-1 0,1 0 1,-1 0-1,0 1 0,1-1 1,-1 1-1,0-1 0,0 0 1,0 1-1,0-1-1,1 5 39,-1 0 0,1-1 0,-1 1 0,0 0 0,-1-1 0,1 1 1,-1 0-1,0-1 0,-1 1 0,1-1 0,-1 1 0,0-1 0,-1 0 0,1 1 0,-1-1 0,0-1 1,0 1-1,0 0 0,-1-1 0,0 0 0,0 1 0,0-1 0,0-1 0,-1 1 0,1-1 0,-1 0 0,0 0 1,0 0-1,0 0 0,0-1 0,-1 0 0,-1 0-39,1 1 60,-1 0-1,0-1 1,-1 0 0,1-1 0,0 1 0,0-1-1,-1 0 1,-4-1-60,9 0 7,1 0-1,0 0 1,-1 0-1,1-1 1,0 1-1,0-1 1,-1 1-1,1-1 1,0 0-1,0 0 1,0 0-1,0 0 1,0 0-1,0-1 1,0 1-1,0 0 1,0-1-1,1 0 1,-1 1-1,1-1 1,-1 0-1,1 0 1,0 0-1,-1 0 1,1 0-1,0 0 1,0 0-1,0-1-6,-3-10-100,1-1 0,0 0 1,1 0-1,1 1 0,0-1 0,1-12 100,0 23-21,0 1 0,1 0 0,-1-1-1,0 1 1,1 0 0,-1 0 0,1 0 0,0-1-1,0 1 1,0 0 0,0 0 0,0 0-1,0 0 1,1 0 0,-1 1 0,0-1 0,1 0-1,0 0 1,0 0 21,2-1-39,0 0-1,0 1 1,1-1-1,-1 1 1,0 0-1,1 0 1,-1 1 0,1-1-1,2 1 40,12-3-63,0 1 0,0 2-1,0 0 1,8 1 63,-24 0 8,-1-1-3,1 1-1,-1 0 1,0 0 0,0 1-1,1-1 1,-1 0-1,0 1 1,0-1-1,0 1 1,0 0-1,0-1 1,0 1-1,0 0 1,0 0 0,0 1-1,0-1 1,0 0-1,0 1 1,-1-1-1,1 1 1,-1-1-1,1 1 1,-1 0 0,0 0-1,1-1 1,0 3-5,0 2 17,0 0 0,-1 0 0,1 0 1,-1 0-1,-1 1 0,1-1 0,-1 0 0,0 6-17,-1-10 6,1 0-1,-1 0 1,0 0-1,0 0 1,0 0-1,0 0 1,0 0-1,0-1 0,-1 1 1,1 0-1,-1-1 1,1 1-1,-1-1 1,1 0-1,-1 1 0,0-1 1,0 0-1,0 0 1,0 0-1,0 0 1,1 0-1,-2-1 1,1 1-1,0 0 0,0-1 1,-1 1-6,-57 11-1589,-22-9-4701,64-3 2905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2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23 832,'0'0'412,"0"0"-197,0 0-11,0 0 16,0 0 55,-24-9 1689,-156-3-191,152 12-1667,17-1-32,0 0-1,0 1 1,-1 1 0,1 0 0,0 0-1,0 1 1,0 1 0,0-1 0,0 2-1,0 0 1,-2 1-74,-43 30 200,2 1 0,2 3-1,1 3 1,-40 41-200,77-68 43,0 0 0,0 1 1,2 0-1,0 1 0,1 0 0,1 1 0,0 0 1,1 1-1,-2 11-43,2-5 25,2 1 1,1 0-1,1 1 0,1-1 1,1 1-1,2 0 1,1 1-26,-1 12 17,1 5-4,1 1 0,5 17-13,-4-46 9,1-1 1,1 0-1,0-1 0,2 1 0,-1-1 1,2 0-1,0 0 0,6 8-9,3 0 10,0-1 0,2 0 1,1-2-1,0 0 0,2-1 0,0 0 0,1-2 0,1-1 0,15 9-10,23 9 9,1-2 0,1-3-1,19 3-8,-42-17-14,0-3-1,0-1 0,2-2 1,-1-1-1,1-3 0,0-1 1,29-2 14,-63-2 5,4 1-19,0-1-1,-1 0 1,1-1-1,0 0 1,-1-1-1,1 0 0,-1-1 1,1-1-1,-1 1 1,4-4 14,17-10-27,-1-2 1,0-1-1,-2-2 0,-1-1 1,0-1-1,-2-1 1,-1-1-1,-1-1 0,-1-2 1,-1 0-1,-2-1 1,-1-2-1,-2 0 1,-1 0-1,-1-2 27,-9 14-14,0-1 1,-2-1-1,-1 1 1,0 0-1,-1-1 1,-2 1-1,0-1 1,-2-10 13,1-22-35,-1 31 16,0-1 1,-1 1-1,-1-1 0,-2 1 0,0 1 0,-1-1 0,-2 1 0,0 0 0,-1 1 0,-1 0 0,-1 1 1,-1 0-1,-7-8 19,-7-7-3,-2 2 0,-1 0 1,-2 2-1,-1 2 1,-1 1-1,-28-17 3,43 31-9,-1 2 1,0 0-1,-1 2 0,0 0 1,0 1-1,-1 1 1,0 2-1,0 0 0,-1 1 1,0 1-1,0 1 0,0 1 1,-4 1 8,27 1 0,-16-1-137,0 2 1,-1-1-1,1 2 1,0 0-1,-14 5 137,25-6-114,0 1 0,0 0 1,0 1-1,0-1 0,1 1 0,-1-1 0,1 2 0,0-1 0,0 0 0,0 1 0,0-1 0,1 1 1,0 0-1,-1 1 0,1-1 0,1 0 0,-1 1 0,0 0 0,1-1 0,-1 6 114,-2 6-453,0 1 0,2-1 0,0 1 0,0 0-1,2 1 454,0 28-1396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2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1016,'0'0'820,"0"0"-394,0 0-67,0 0 61,0 0 12,0 0-139,6 2-89,108 31 1575,95 43-1779,-121-41 225,2-4 0,0-3 0,77 11-225,-115-31 33,958 141 173,-866-137-142,0-7 1,27-8-65,-18 2 25,227-11-46,-95 8 2,-180 5 26,-24 3 4,-1 3 0,8 4-11,-8 0 6,0-3-1,8-4-5,33-4 16,137-1 32,-148-9 54,-64 5 77,37 0-179,7 0 339,0-3 0,47-12-339,98-10 336,-103 20-329,129-7-27,-199 14 71,1-1-33,-1 4 0,0 1 0,17 5-18,-48-2-3,-18-3 2,-1 0 0,0 1-1,0 1 1,0 0 0,0 0 0,7 4 1,-11-4 8,1 0 1,0-1 0,0 0 0,0 0-1,0-1 1,4 0-9,-4 0 2,0 0 0,0 0 1,0 1-1,0 0 0,0 0 0,3 3-2,45 18 2,18 3-2,-36-14 6,0 2-1,-1 2 1,0 2-1,14 9-5,43 34 47,77 66-47,-153-109 1,0 1-1,-1 1 1,-1 1 0,-1 1 0,-1 0-1,0 3 0,3 4 2,2-2-1,1 1 0,10 8-1,-24-27-32,-4-6 11,-1 0 0,1 1 0,0-1 0,0 0 0,0-1 0,0 1 0,0 0 0,3 0 21,-6-3-46,0 0-159,0 0-54,-1-12 255,-1 0 0,-1 0-1,0 1 1,0-1-1,-1 1 1,-5-11 4,-3-8 2,-13-57 21,5 0 1,2-2-1,3-18-23,14 103-16,0-7-7,-4-56-242,5 67 309,0 0 65,0 32 314,2-1-376,1 0 0,2 0 0,1-1 0,9 25-47,-5-17 20,-1 1 1,0 21-21,-2 21-411,-4 26 411,-3-107-78,-17-1-309,-8-11 412,1-1 1,0-1-1,1 0 0,-3-4-25,-21-14 26,15 12 12,-1 2 0,-1 1 1,-1 2-1,-31-10-38,-7-7-127,77 33 187,-1-1-1,1 1 1,0-1 0,0 1-1,-1-1 1,1-1-1,0 1 1,0 0 0,0-1-1,-1 0 1,1 1-1,-1-2 1,1 1 0,1-1-60,4-2 48,1-1 1,-2 0-1,1 0 1,0-1-1,5-5-48,16-16-101,-2-1 0,20-25 101,-32 35-4,46-57-361,-57 68 81,-5 8-4,-2 8 349,1-5-41,0 0 0,0-1 0,0 1 0,-1-1 0,1 1 0,-1-1 0,0 0 0,0 1 0,0-1 0,-1 0 0,-1 1-20,-35 36 67,22-23 15,-3 3 32,1 1 0,1 0 0,1 1 0,-12 21-114,42-59-195,0 0-1,1 0 1,1 1-1,1 1 1,12-9 195,-26 21-31,-1 1 23,0 0-1,0 1 1,0-1-1,0 0 0,0 1 1,0-1-1,0 1 0,0-1 1,0 1-1,1-1 0,-1 1 1,0 0-1,0 0 0,0-1 1,0 1-1,1 0 1,0 0 8,-2 22 212,0-7-172,0 0 0,-1 0 0,-1 0 0,-1 0 1,0 0-1,-1 0 0,-1 2-40,3-12 6,1-1 0,-1 0 0,0 1 0,-1-1 0,1 0 0,-1 0 0,0 0 0,0 0 0,0-1 0,0 1 0,0-1 0,-1 0 0,0 0 0,1 0 0,-1 0 0,-1-1 0,1 0 0,0 1 0,0-2 1,-1 1-1,1 0 0,-1-1 0,1 0 0,-1 0 0,0 0-6,-24 1-111,28-2 109,0 0 0,1 0-1,-1 0 1,1 0 0,-1 0-1,0 0 1,1 0 0,-1 0-1,0 0 1,1 0 0,-1 0-1,0-1 1,1 1-1,-1 0 1,0 0 0,1-1-1,-1 1 1,1 0 0,-1-1-1,1 1 1,-1-1 0,1 1-1,-1-1 1,1 1-1,-1-1 1,1 1 0,0-1-1,-1 1 1,1-1 0,0 1-1,-1-1 1,1 0 0,0 1 2,0-2 13,0 1 1,0 0-1,0 0 1,0 0-1,1 0 0,-1 0 1,0 0-1,1 0 1,-1 0-1,1 0 1,-1 0-1,1 0 1,-1 0-1,1 0 1,0 0-1,-1 0 1,1 1-1,0-1 1,0 0-1,-1 0 1,1 1-1,1-1-13,1-1 54,0 1-1,-1-1 1,1 1-1,1 0 1,-1 0-1,0 0 1,0 0-1,3 1-53,10-2 227,1 1 0,0 1 0,6 1-227,-3 0 12,56-1 548,-76 0-630,0 0-104,-2 0 21,-41-3-28,-1-2 0,2-2 0,-1-1 0,1-3 0,-31-11 181,73 21-1,-7-2 209,9 1-47,15 0 55,26 0 1,10 5-1007,-63-20 58,-16-10 538,25 27 84,1 0 37,0 0-108,0 0-305,0 9-2383,0-3 1238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3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1 320,'0'0'280,"0"0"-256,0 0-16,0 0 56,0 0-64,0 0 0,-73 29-128,50-20 72,-7-3 8,-3-3-88,-10-3-152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4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673 348 216,'0'0'395,"0"0"-164,0 0-103,0 0-42,0-4-8,3-25 1933,-30 26-1163,-5 2-577,-29 0 32,57 1-276,-1 1-1,1 0 1,0-1-1,0 1 1,0 1-1,0-1 1,0 0-1,0 1 0,0 0 1,0 0-1,-3 2-26,-4 6 49,-1 1 0,1 0-1,1 1 1,0 0 0,1 0-1,0 1 1,1 0 0,0 1-1,-3 7-48,-12 31 84,3 1-1,2 1-83,-1 1 72,-4 14-10,3 2 1,3 0 0,3 1-1,3 0 1,4 1 0,3 0-1,3 0 1,3 13-63,1-65 6,0 0 1,2-1 0,0 1-1,1-1 1,1 0-1,1 0 1,0-1-1,2 0 1,0-1-1,1 0 1,1 0-1,11 11-6,19 21 7,1-3 0,3-2 0,29 22-7,-8-10-38,3-2-1,7 0 39,-47-36-26,1-1-1,1-1 0,0-2 0,1-1 0,0-1 0,22 3 27,5-2-82,1-3 0,0-3-1,1-2 1,51-2 82,-96-4-12,6 1-6,0-1-1,0-1 1,0-1-1,0-2 1,0 0-1,0-1 0,14-5 19,0-6-30,0 0 1,-1-3-1,-1-1 0,-1-1 0,-1-2 0,25-24 30,-20 13-60,-1-3 1,-2 0-1,-1-3 1,-3 0-1,3-8 60,-8 10-13,4-4 12,-1-2 0,-3-1 0,18-42 1,-36 66 39,-2 0-1,0-1 1,-1 0-1,-2 0 1,2-18-39,-1-33 126,-4-6-126,0 61-4,-1 0 14,-1 0 0,-1 1 0,0-1 0,-1 1 0,-1 0 1,-1 0-1,0 0 0,-1 1 0,-1 0 0,-5-8-10,-20-29 10,-2 1 0,-15-15-10,-8-6 75,-2 3-1,-21-15-74,39 44 25,-2 3 0,-2 1-1,-2 3 1,-10-4-25,-5 0 27,-1 3 0,-3 3 0,-51-18-27,76 36 65,0 1-1,-1 3 0,0 1 0,0 2 1,-1 2-1,-41 0-64,50 5 13,-1 1 0,0 1 0,1 3 0,0 0-1,0 3 1,-4 2-13,-13 6 2,2 2 1,0 3-1,1 2 0,-44 27-2,65-31-1,0 0-1,2 2 1,0 0-1,1 2 1,2 1-1,0 1 1,2 1 0,-10 15 1,11-10-17,2 1 1,1 0-1,2 1 1,1 0 0,2 2-1,1-1 1,1 2-1,3-1 1,0 1 0,3 0-1,1 0 1,1 1-1,2 6 17,0 9-2,0 20-20,3 16 22,0-64-3,0 1 0,2-1 0,0 0-1,2 0 1,5 12 3,6 7-33,3-1-1,1 0 1,2-2-1,1-1 1,6 4 33,27 30-102,3-2 1,8 2 101,-24-27-74,3-2 0,1-2 0,3-2 1,0-2-1,3-3 0,1-2 0,27 10 74,-55-31-28,-1-2 0,1-2 0,1 0 0,0-2 0,25 3 28,5-4-38,1-2-1,24-4 39,-61-1-2,1-1 1,-1-1-1,1-1 0,-1-1 1,-1-2-1,1 0 0,-1-1 0,-1-1 1,0-1-1,0-1 0,5-5 2,38-27-26,-3-3-1,46-46 27,-57 49-5,260-250 35,-299 282-19,1-1-1,-2 0 0,1 0 1,-2-1-1,0 0 0,-1-1 1,0 0-1,-1 0 1,-1-1-1,0 1 0,-1-2 1,-1 1-1,0 0 0,-2-1 1,1 1-1,-2-1 0,-1-14-10,1-5 5,0 12 0,-1 0 0,-1-1 1,-1 1-1,-1 0 0,-2 0 0,-3-11-5,-23-55 87,-4 2 0,-4 1-1,-4 2 1,-51-74-87,68 122 15,-1 2 1,-2 1-1,-2 1 0,-1 2 1,-1 1-1,-2 2 0,-1 1 1,-1 1-1,-19-8-15,-21-9 28,-2 4-1,-1 3 1,-2 4-1,-30-5-27,49 18 21,0 3-1,0 3 1,-1 3-1,-1 2 0,0 3 1,-42 4-21,86 2 22,0 2 0,0 0 0,0 2 0,0 0 1,1 1-1,0 1 0,0 1 0,1 1 0,0 1 0,1 0 0,0 2 0,0 0 1,0 1-23,-18 16 17,1 2 0,2 1 0,1 1 0,1 2 0,-12 19-17,11-8-7,2 1 1,2 2-1,3 1 0,1 0 0,3 2 0,2 1 0,3 0 0,1 1 0,3 1 1,3 0-1,2 0 0,2 1 0,3 18 7,2-70 1,-2 85-139,7 34 138,-2-94-40,1 1-1,1 0 1,2-1 0,1 0-1,11 27 41,3-4-54,3-2 1,1-1-1,3-1 0,2-2 1,2-1-1,34 37 54,-35-47-18,2-2-1,1-1 1,2-1 0,1-2 0,1-2 0,1-2-1,1-1 1,11 2 18,-29-16 1,1-1-1,0-2 1,0 0 0,0-1-1,1-2 1,12 1-1,35 0-12,42-3 12,-99-2 1,16-2 3,0-1-1,0-1 0,0-2 1,0-1-1,-1-1 0,0-2 1,-1-1-1,0-2 0,16-9-3,34-22 13,-1-3-1,49-41-12,-16 4 71,57-57-71,-113 90 74,-2-3 1,-3-2 0,34-49-75,-67 78 23,-1 1 1,-1-2-1,-1 0 1,-2-1-1,-1 0 1,-1-1 0,-1 0-1,-2 0 1,2-19-24,1-38 86,-3 0 1,-4-70-87,-5 131 10,0 1 0,-2-1 0,-1 1 0,0 0 0,-2 0 0,-1 1 0,-1 0 0,-1 0 0,-13-20-10,1 4 17,-2 1 1,-2 1-1,-2 1 0,-1 2 0,-7-5-17,9 13 3,-1 1 0,-1 1-1,-2 1 1,0 2 0,-2 1-1,0 2 1,-1 1-1,-1 1 1,-30-9-3,15 10 35,-1 2 0,0 2 1,-1 3-1,0 1 0,0 3 0,-50 2-35,55 3 21,4-1-12,-1 1 0,1 2 0,0 2 0,1 2 1,-27 8-10,29-2-11,1 2 1,0 2 0,0 1 0,2 2-1,0 2 1,2 1 0,0 2 0,2 1-1,0 2 1,2 1 0,1 1 0,1 2-1,-16 23 11,-27 46-69,4 2 0,5 3-1,4 3 1,-2 17 69,51-103-35,1 0 0,1 0 1,1 1-1,1-1 0,1 2 0,1-1 1,1 0-1,2 1 0,0 0 0,1-1 1,1 1-1,1 0 0,1-1 0,2 0 0,5 20 35,-3-21-57,26 82-220,5-2-1,5 1 278,-31-82-6,0-1-1,1 0 0,0-1 1,2-1-1,0 0 0,1-1 1,1 0-1,1-2 0,0 0 1,1-1-1,1 0 0,0-2 1,0-1-1,17 7 7,33 12 65,1-4 1,1-3-1,69 13-65,-44-15 75,0-5 0,0-4 0,2-4 0,-1-4 0,34-6-75,-104 0 2,-1-2-1,0 0 1,0-2 0,0-1 0,0-2-1,22-9-1,32-19-5,34-22 5,-112 57 0,28-15 0,0-2-1,-1-1 1,-1-1-1,-1-2 1,-1-1-1,-1 0 1,-1-3 0,-1 0-1,-1-1 1,-2-1-1,-1-1 1,0-3 0,7-13 3,-2-2 1,-3 0-1,2-9-3,-14 28 1,-1-1-1,-1 0 1,-1 0-1,-2 0 1,-1-1-1,-1-6 0,-1 13 0,-1-1 0,-1 1 0,-1 0 0,-1-1 0,-2 1 0,0 0 0,-1 0 0,-1 1 0,-5-8 0,-7-10-47,-2 2-1,-1 0 1,-3 2-1,-25-33 48,-8-1-290,-58-55 290,71 81-97,-2 2-1,-2 2 1,-1 2-1,-53-31 98,79 56-43,0 1 0,-1 1 0,-1 1 0,0 2 0,0 0 0,-1 2 0,0 1 0,0 0-1,0 2 1,-1 2 0,0 0 0,-25 2 43,30 3-79,0 1 0,1 0-1,0 2 1,0 1 0,0 0 0,1 2-1,0 0 1,0 1 0,-11 8 79,-79 46-1033,9-2-195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1:5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70 64,'0'0'201,"0"0"-125,0 0-33,0 0 17,0 0 4,0-6 192,0 3-303,-1-27 909,1 29-784,0 0-1,-1 0 0,1 0 1,0 0-1,0 0 0,0 0 1,-1 0-1,1 0 0,-1 0 1,1 0-1,-1 0 0,1 0 1,-1 0-1,1 0 0,-1 0 1,0 0-1,0 1 0,1-1 1,-1 0-1,0 0 0,0 1 1,0-1-1,0 1 0,0-1 1,0 0-78,-21-2 141,0 1 0,0 0 0,0 2 0,0 0 0,0 2 0,1 0 0,-15 4-141,5 1 64,0 1 1,0 1-1,1 2 0,0 1 1,-2 2-65,14-4 11,1 0 1,-1 1 0,2 0-1,0 2 1,0 0-1,2 1 1,-1 0-1,-7 11-11,5-3 5,2 1-1,0 0 0,1 1 0,1 1 0,2 0 0,0 1 0,2 0 1,0 0-1,2 1 0,-1 12-4,0 16 20,2 0 0,2 1 0,3 0 0,4 39-20,-1-76 2,1 1 0,1-1 0,1 0 0,0-1 0,2 1 0,0-1 0,1 0 0,0-1 0,2 0 0,0 0 0,1-1 1,0 0-1,7 5-2,1 2 11,2-2 1,1 0 0,0-1 0,2-1 0,0-1-1,1-1 1,0-1 0,12 4-12,18 5 23,0-3-1,1-2 1,1-2-1,1-3 1,0-2-1,4-3-22,32 2 39,1-4 0,0-4 0,41-6-39,-108 0-6,-1-1 0,1-1-1,-1-1 1,0-1 0,-1-2-1,1-1 1,-2-1 0,1-1 0,-1-1-1,-1-1 1,0-1 0,-1-2-1,-1 0 1,9-9 6,-22 16-20,-2 1-1,1-1 1,-1 0-1,0-1 1,-1 0 0,0 0-1,-1 0 1,0 0-1,0-1 1,-1 0 0,-1 0-1,0 0 1,1-11 20,1-13-126,-2-1 1,-2 0 0,-2-30 125,-1 48-36,0 0 0,-1 0 0,-1 0 0,0 1 0,-2-1 0,0 1 0,-1 1 0,0-1 0,-2 1 0,-2-3 36,-14-21-59,-2 1 0,-1 1-1,-13-10 60,-3 0 3,-3 3 0,-1 2 0,-2 2 0,-2 2 0,-1 2 0,-2 3 0,-2 2 0,0 3 0,-52-18-3,75 36 23,0 1 0,-1 2 1,0 2-1,-1 0 0,1 3 0,-1 1 1,-23 2-24,46 0 14,-1 1 0,1 1 0,0 0 0,0 1 0,0 0 0,0 1 1,0 1-1,1 0 0,-1 0-14,-7 5 10,1 1 1,0 1 0,0 1 0,1 0-1,-2 5-10,-27 26 28,2 3 0,2 2 0,-9 16-28,51-64 1,-24 31 6,0 2-1,2 1 1,2 0-1,-7 18-6,18-31 18,1 0-1,2 0 0,0 1 1,1 0-1,1 0 1,1 1-1,1-1 0,1 14-17,2-29 3,-1 34-3,1-1 0,4 14 0,-3-41 0,2 0 1,0-1-1,0 1 0,1-1 0,1 0 0,0 0 0,1 0 0,6 10 0,3 0 14,0-1-1,2-1 1,0-1-1,1 0 0,1-1 1,1-1-1,10 6-13,1-1 40,1-2 0,1-1 0,2-1 0,32 12-40,-3-7 42,0-2 1,2-4 0,0-2-1,0-4 1,53 4-43,-28-9-18,1-4 0,91-8 18,-157 2-14,0-1 1,0-1-1,0-1 1,0-1-1,-1-1 0,18-10 14,-25 10-12,-1-1 0,0 0 0,-1-1-1,0-1 1,-1-1 0,0 0 0,0-1-1,-1 0 1,6-10 12,-13 15-24,-1-1 1,-1 0-1,1 0 0,-1-1 0,-1 1 1,0-1-1,0 0 0,-1-1 1,0 1-1,1-10 24,-1-11-131,0 0 0,-2 0 1,-1-1 130,-1 14-54,1 2-8,-2 1-1,0-1 0,-1 1 1,-1-1-1,0 1 0,-1 0 1,-1 0-1,0 1 0,-1 0 1,0 0-1,-2-1 63,-13-20-162,-2 2-1,-1 1 1,-22-22 162,-4 1-262,-1 3 1,-3 2-1,-2 2 0,-30-17 262,79 57-63,-1 1 0,0 0 0,0 1 0,0 0 0,-1 0 0,0 1 0,0 0 0,1 1 0,-2-1 63,-25 1-516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1T21:22:0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1122 17 1144,'0'0'248,"0"0"-109,0 0 58,0 0 59,0 0-70,-23-2 35,4-1-129,-32-2 874,-48 0-966,75 5 167,-4-1 5,-1 1 0,1 1 1,0 2-1,0 0 1,0 2-1,0 2 0,-6 2-172,9 1 38,0 2-1,1 0 0,0 1 0,1 2 0,0 1 1,2 0-1,0 1 0,0 2 0,2 0 1,0 1-1,-13 19-37,10-10 41,2 2 0,1 0 0,1 1 0,2 1 1,1 0-1,1 1 0,2 1 0,-4 23-41,5 5-11,3 1 1,2 0-1,4 0 0,4 56 11,-1-19-9,0-78 5,0 1-1,2-1 0,1 0 1,0 0-1,2 0 0,0-1 1,2 0-1,1 0 0,0 0 1,11 16 4,13 21-7,2-1 1,3-3 0,2 0 0,3-3-1,1-1 1,3-3 0,2-1 0,2-3-1,2-2 1,2-3 0,1-1 0,11 2 6,-36-25-5,1 0 1,0-2 0,1-2-1,1-1 1,-1-1 0,9-1 4,18 1-19,0-2 1,0-4-1,12-2 19,-20 0-14,0-2 0,1-2 0,-2-3 0,1-2 0,35-11 14,-55 9-6,0-2 0,-1-1 1,-1-1-1,0-2 0,-1-1 0,-1-1 1,-1-1-1,0-2 0,-2 0 0,0-2 0,-2-1 1,0-1-1,17-24 6,-20 20-32,-1-1 0,-1-1 0,-1 0 0,-2-1 1,-1-1-1,-2-1 0,-1 1 0,-1-2 0,-2 1 0,-2-1 0,-1-1 0,-2 1 0,-1-2 32,-1 3-72,1 3 8,-1 1-1,-2-1 1,-1 0-1,-1 0 1,-2 1 0,-6-20 64,-9-6-37,-2 0 1,-3 1 0,-2 2-1,-3 1 1,-2 1 0,-2 2-1,-2 1 1,-29-28 36,14 21 1,-3 3 0,-2 3 0,-2 2-1,-3 2 1,-1 3 0,-51-25-1,77 49 43,-1 1-1,0 1 0,-2 3 1,1 0-1,-2 3 1,-13-1-43,-6 2 60,0 3 0,0 2 0,-1 3 0,-1 3-60,23 1 38,-1 2-1,1 1 1,1 2 0,0 2 0,0 1-1,-16 9-37,-7 5 84,2 2 1,1 3-1,-23 18-84,50-29 10,1 1 1,1 2-1,0 0 0,1 3-10,13-9 3,-1 0-1,2 0 0,0 1 0,1 1 1,1 0-1,1 0 0,-3 9-2,-9 22-3,3 0 0,2 1 0,2 1 0,3 0 0,1 6 3,6-26-2,1 0-1,2 1 1,1-1 0,2 1-1,1 0 1,1-1 0,2 0-1,1 0 1,4 8 2,6 9-7,3 0 0,1 0 0,3-2 0,2-1 0,1-1 0,3-1 0,17 18 7,12 9-2,3-3 0,2-3 0,63 48 2,-58-58-4,2-4 0,3-2 0,1-4 0,3-3 0,1-3-1,1-4 1,2-3 0,2-4 0,16 0 4,-37-13-12,2-3 1,-1-2-1,1-4 1,0-2-1,0-2 1,34-7 11,-70 2-5,-1-1 0,0-1 0,-1-1-1,0-2 1,0-1 0,-1-1 0,0-1 0,16-10 5,1-4-18,-2-1 0,0-3 0,-2-1-1,14-16 19,-31 27-31,-1-1-1,0 0 0,-2-2 0,0 0 1,-2-1-1,-1 0 0,-1-2 0,0 1 1,-2-2-1,-2 0 0,0 0 0,-2-1 1,0 0-1,-2 0 0,-2-1 0,0-2 32,0-16-63,-2 1 0,-3-1 0,-2-8 63,1 28-43,-2 0 0,-2 1-1,0-1 1,-1 1 0,-2 1 0,-3-6 43,-14-24-44,-3 0 0,-2 2 0,-2 1 0,-2 2 0,-3 2 0,-40-41 44,16 26 9,-2 4-1,-3 2 1,-2 3 0,-43-23-9,64 47 36,-1 3 0,-2 1 0,0 3 1,-2 3-1,0 1 0,-1 3 0,-1 2 1,0 3-1,-1 2 0,0 2 0,-1 3 1,-5 3-37,-210 5 58,202 1-27,0 3 0,-60 16-31,91-15-8,1 2 0,0 2 0,1 1 0,0 2 0,-23 15 8,34-16-31,1 2 0,0 0 1,2 2-1,0 1 0,1 0 1,1 2-1,1 0 0,-1 4 31,-4 10-549,2 1 1,1 0-1,2 2 0,-14 36 549,-12 42-651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216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71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37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slovni diapozitiv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slov in vsebina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lava odseka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e vsebini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erjava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mo naslov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azen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slov in vsebin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slov in slik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slov in navpično besedilo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vpični naslov in besedil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67.png"/><Relationship Id="rId21" Type="http://schemas.openxmlformats.org/officeDocument/2006/relationships/image" Target="../media/image75.png"/><Relationship Id="rId7" Type="http://schemas.openxmlformats.org/officeDocument/2006/relationships/image" Target="../media/image68.png"/><Relationship Id="rId12" Type="http://schemas.openxmlformats.org/officeDocument/2006/relationships/customXml" Target="../ink/ink4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2" Type="http://schemas.openxmlformats.org/officeDocument/2006/relationships/image" Target="../media/image32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70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5" Type="http://schemas.openxmlformats.org/officeDocument/2006/relationships/image" Target="../media/image33.png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74.png"/><Relationship Id="rId31" Type="http://schemas.openxmlformats.org/officeDocument/2006/relationships/image" Target="../media/image80.png"/><Relationship Id="rId4" Type="http://schemas.openxmlformats.org/officeDocument/2006/relationships/image" Target="../media/image110.png"/><Relationship Id="rId9" Type="http://schemas.openxmlformats.org/officeDocument/2006/relationships/image" Target="../media/image6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78.png"/><Relationship Id="rId30" Type="http://schemas.openxmlformats.org/officeDocument/2006/relationships/customXml" Target="../ink/ink13.xml"/><Relationship Id="rId8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90.png"/><Relationship Id="rId4" Type="http://schemas.openxmlformats.org/officeDocument/2006/relationships/image" Target="../media/image36.png"/><Relationship Id="rId9" Type="http://schemas.openxmlformats.org/officeDocument/2006/relationships/image" Target="../media/image2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Numerično integriranje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9FA97B8-4D4E-44E9-9718-99A3E6C6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Analitičen pogled na integral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besedila 2">
                <a:extLst>
                  <a:ext uri="{FF2B5EF4-FFF2-40B4-BE49-F238E27FC236}">
                    <a16:creationId xmlns:a16="http://schemas.microsoft.com/office/drawing/2014/main" id="{6C535AED-52CF-44C1-8C0B-F92EFBF7E5C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04839"/>
                <a:ext cx="10515600" cy="4945161"/>
              </a:xfrm>
            </p:spPr>
            <p:txBody>
              <a:bodyPr/>
              <a:lstStyle/>
              <a:p>
                <a:pPr marL="565150" indent="-514350" algn="just">
                  <a:buAutoNum type="arabicParenR"/>
                </a:pPr>
                <a:r>
                  <a:rPr lang="sl-SI" dirty="0"/>
                  <a:t>Osredotočili se bomo zgolj na določene integrale tj., integral, ki se uporablja za izračun ploščine krivočrtnega lika, ki ga na izbranem intervalu omejujeta nenegativna zvezna funkcija in abscisna os.</a:t>
                </a:r>
              </a:p>
              <a:p>
                <a:pPr marL="565150" indent="-514350" algn="just">
                  <a:buAutoNum type="arabicParenR"/>
                </a:pPr>
                <a:endParaRPr lang="sl-SI" dirty="0"/>
              </a:p>
              <a:p>
                <a:pPr marL="565150" indent="-514350" algn="just">
                  <a:buAutoNum type="arabicParenR"/>
                </a:pPr>
                <a:r>
                  <a:rPr lang="sl-SI" dirty="0"/>
                  <a:t>Določen </a:t>
                </a:r>
                <a14:m>
                  <m:oMath xmlns:m="http://schemas.openxmlformats.org/officeDocument/2006/math">
                    <m:r>
                      <a:rPr lang="sl-SI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sl-SI" dirty="0"/>
                  <a:t> integral funkcije </a:t>
                </a:r>
                <a14:m>
                  <m:oMath xmlns:m="http://schemas.openxmlformats.org/officeDocument/2006/math">
                    <m:r>
                      <a:rPr lang="sl-SI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sl-SI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sl-SI" dirty="0"/>
                  <a:t> na intervalu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l-SI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sl-SI" dirty="0"/>
                  <a:t> je limita vsote, kjer gredo širine delnih intervalov </a:t>
                </a:r>
                <a14:m>
                  <m:oMath xmlns:m="http://schemas.openxmlformats.org/officeDocument/2006/math">
                    <m:r>
                      <a:rPr lang="sl-SI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l-SI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sl-SI" dirty="0"/>
                  <a:t> proti nič, število delnih vsot pa v neskončnost.</a:t>
                </a:r>
              </a:p>
              <a:p>
                <a:pPr marL="50800" indent="0" algn="just">
                  <a:buNone/>
                </a:pPr>
                <a:endParaRPr lang="sl-SI" dirty="0"/>
              </a:p>
              <a:p>
                <a:pPr marL="508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l-SI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l-SI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sl-SI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sl-SI"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  <m:r>
                        <a:rPr lang="sl-SI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l-SI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sl-SI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e>
                            </m:mr>
                            <m:mr>
                              <m:e>
                                <m:r>
                                  <a:rPr lang="sl-SI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sl-SI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brk m:alnAt="7"/>
                                  </m:rPr>
                                  <a:rPr lang="sl-SI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sl-SI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sub>
                        <m:sup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sl-SI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sl-SI" dirty="0"/>
              </a:p>
              <a:p>
                <a:pPr marL="50800" indent="0" algn="just">
                  <a:buNone/>
                </a:pPr>
                <a:endParaRPr lang="sl-SI" dirty="0"/>
              </a:p>
            </p:txBody>
          </p:sp>
        </mc:Choice>
        <mc:Fallback xmlns="">
          <p:sp>
            <p:nvSpPr>
              <p:cNvPr id="3" name="Označba mesta besedila 2">
                <a:extLst>
                  <a:ext uri="{FF2B5EF4-FFF2-40B4-BE49-F238E27FC236}">
                    <a16:creationId xmlns:a16="http://schemas.microsoft.com/office/drawing/2014/main" id="{6C535AED-52CF-44C1-8C0B-F92EFBF7E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04839"/>
                <a:ext cx="10515600" cy="4945161"/>
              </a:xfrm>
              <a:blipFill>
                <a:blip r:embed="rId2"/>
                <a:stretch>
                  <a:fillRect l="-812" r="-1159" b="-49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57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122F969-5939-41E3-91B4-987B7ED7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6840"/>
          </a:xfrm>
        </p:spPr>
        <p:txBody>
          <a:bodyPr/>
          <a:lstStyle/>
          <a:p>
            <a:r>
              <a:rPr lang="sl-SI" dirty="0"/>
              <a:t>Osnovna ideja je površina pod krivuljo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značba mesta besedila 2">
                <a:extLst>
                  <a:ext uri="{FF2B5EF4-FFF2-40B4-BE49-F238E27FC236}">
                    <a16:creationId xmlns:a16="http://schemas.microsoft.com/office/drawing/2014/main" id="{23B35737-DDFE-4C66-BDC9-D632E47613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04839"/>
                <a:ext cx="4940300" cy="1503461"/>
              </a:xfrm>
            </p:spPr>
            <p:txBody>
              <a:bodyPr/>
              <a:lstStyle/>
              <a:p>
                <a:pPr marL="508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sl-SI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l-SI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sl-SI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sl-SI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sl-SI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sl-SI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l-SI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sl-SI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e>
                            </m:mr>
                            <m:mr>
                              <m:e>
                                <m:r>
                                  <a:rPr lang="sl-SI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sl-SI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brk m:alnAt="7"/>
                                  </m:rPr>
                                  <a:rPr lang="sl-SI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sl-SI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sub>
                        <m:sup>
                          <m: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sl-SI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4" name="Označba mesta besedila 2">
                <a:extLst>
                  <a:ext uri="{FF2B5EF4-FFF2-40B4-BE49-F238E27FC236}">
                    <a16:creationId xmlns:a16="http://schemas.microsoft.com/office/drawing/2014/main" id="{23B35737-DDFE-4C66-BDC9-D632E4761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04839"/>
                <a:ext cx="4940300" cy="150346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5E6332ED-C9EF-4978-A841-21F71B08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81" y="3429000"/>
            <a:ext cx="5868219" cy="3286584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FD4EB57-95BA-4E7D-9F0E-8980D8857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500" y="994069"/>
            <a:ext cx="591585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E8B0062-A33C-457F-BD17-6BF51CBB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42265"/>
            <a:ext cx="10515600" cy="556895"/>
          </a:xfrm>
        </p:spPr>
        <p:txBody>
          <a:bodyPr/>
          <a:lstStyle/>
          <a:p>
            <a:r>
              <a:rPr lang="sl-SI" dirty="0"/>
              <a:t>Pravilo pravokotnikov</a:t>
            </a:r>
            <a:endParaRPr lang="en-GB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AD25F36B-5372-404B-B437-3284D8E7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03" y="1325200"/>
            <a:ext cx="3553321" cy="857370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07F1DF9F-135F-4B96-A9C9-EAA784075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76" y="2553860"/>
            <a:ext cx="3562847" cy="819264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2C4165DE-E4C4-44B6-99AF-66135C49C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28" y="3744414"/>
            <a:ext cx="3543795" cy="819264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40989A38-9A4F-40AE-BA8B-CFF7BA9E4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75" y="4946361"/>
            <a:ext cx="3562847" cy="781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0F544A12-0099-4D6F-A61C-C0B4BEFBFFD5}"/>
                  </a:ext>
                </a:extLst>
              </p:cNvPr>
              <p:cNvSpPr txBox="1"/>
              <p:nvPr/>
            </p:nvSpPr>
            <p:spPr>
              <a:xfrm>
                <a:off x="6761086" y="1727886"/>
                <a:ext cx="2655570" cy="957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l-SI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sl-SI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l-SI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nary>
                    </m:oMath>
                  </m:oMathPara>
                </a14:m>
                <a:endParaRPr lang="sl-SI" sz="2000" dirty="0"/>
              </a:p>
            </p:txBody>
          </p:sp>
        </mc:Choice>
        <mc:Fallback xmlns="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0F544A12-0099-4D6F-A61C-C0B4BEFBF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86" y="1727886"/>
                <a:ext cx="2655570" cy="957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jeZBesedilom 18">
                <a:extLst>
                  <a:ext uri="{FF2B5EF4-FFF2-40B4-BE49-F238E27FC236}">
                    <a16:creationId xmlns:a16="http://schemas.microsoft.com/office/drawing/2014/main" id="{2E613DD8-EA64-4AC4-868A-7D3C99719A4F}"/>
                  </a:ext>
                </a:extLst>
              </p:cNvPr>
              <p:cNvSpPr txBox="1"/>
              <p:nvPr/>
            </p:nvSpPr>
            <p:spPr>
              <a:xfrm>
                <a:off x="6761086" y="3049352"/>
                <a:ext cx="2655570" cy="69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sl-SI" sz="2000" dirty="0"/>
              </a:p>
            </p:txBody>
          </p:sp>
        </mc:Choice>
        <mc:Fallback xmlns="">
          <p:sp>
            <p:nvSpPr>
              <p:cNvPr id="19" name="PoljeZBesedilom 18">
                <a:extLst>
                  <a:ext uri="{FF2B5EF4-FFF2-40B4-BE49-F238E27FC236}">
                    <a16:creationId xmlns:a16="http://schemas.microsoft.com/office/drawing/2014/main" id="{2E613DD8-EA64-4AC4-868A-7D3C99719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86" y="3049352"/>
                <a:ext cx="2655570" cy="6950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Slika 20">
            <a:extLst>
              <a:ext uri="{FF2B5EF4-FFF2-40B4-BE49-F238E27FC236}">
                <a16:creationId xmlns:a16="http://schemas.microsoft.com/office/drawing/2014/main" id="{3E32E442-9091-4A0A-B805-FF411A5FE0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532" y="4154046"/>
            <a:ext cx="6878677" cy="195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3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Trapezno pravilo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94672" y="4896784"/>
            <a:ext cx="58641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http://www.intmath.com/integration/5-trapezoidal-rule.php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4" descr="https://upload.wikimedia.org/wikipedia/commons/7/7e/Trapezium2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683" y="1447104"/>
            <a:ext cx="5843158" cy="35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značba mesta besedila 2">
            <a:extLst>
              <a:ext uri="{FF2B5EF4-FFF2-40B4-BE49-F238E27FC236}">
                <a16:creationId xmlns:a16="http://schemas.microsoft.com/office/drawing/2014/main" id="{2A62F23D-4FBC-43C9-AE00-6003CD2E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5020" y="1404840"/>
            <a:ext cx="5943600" cy="1367828"/>
          </a:xfrm>
        </p:spPr>
        <p:txBody>
          <a:bodyPr/>
          <a:lstStyle/>
          <a:p>
            <a:pPr marL="50800" indent="0" algn="just">
              <a:buNone/>
            </a:pPr>
            <a:r>
              <a:rPr lang="sl-SI" sz="2000" dirty="0"/>
              <a:t>Pravilo pravokotnikov zelo slabo opiše potek funkcije, kadar imamo velike vrednosti intervala </a:t>
            </a:r>
            <a:r>
              <a:rPr lang="sl-SI" sz="2000" i="1" dirty="0"/>
              <a:t>h</a:t>
            </a:r>
            <a:r>
              <a:rPr lang="sl-SI" sz="2000" dirty="0"/>
              <a:t>. Da bi bolje opisali trend funkcije znotraj tega intervala lahko uporabimo trapezno pravilo.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392E6DA1-E367-488B-89D3-D4BB4FFF3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810152"/>
            <a:ext cx="3182013" cy="166792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D95B0367-7886-4836-960F-13A3EA3B0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986" y="4553979"/>
            <a:ext cx="3059148" cy="1938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Trapezno pravilo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D0C9F8F2-1535-46F8-A07E-9581FE9D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01054"/>
            <a:ext cx="2345117" cy="2849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jeZBesedilom 12">
                <a:extLst>
                  <a:ext uri="{FF2B5EF4-FFF2-40B4-BE49-F238E27FC236}">
                    <a16:creationId xmlns:a16="http://schemas.microsoft.com/office/drawing/2014/main" id="{D6101841-5B15-44E3-8778-12C8AE083880}"/>
                  </a:ext>
                </a:extLst>
              </p:cNvPr>
              <p:cNvSpPr txBox="1"/>
              <p:nvPr/>
            </p:nvSpPr>
            <p:spPr>
              <a:xfrm>
                <a:off x="2834640" y="1601054"/>
                <a:ext cx="6096000" cy="617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l-SI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f>
                            <m:fPr>
                              <m:ctrlPr>
                                <a:rPr lang="sl-SI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l-SI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000" dirty="0"/>
              </a:p>
            </p:txBody>
          </p:sp>
        </mc:Choice>
        <mc:Fallback xmlns="">
          <p:sp>
            <p:nvSpPr>
              <p:cNvPr id="13" name="PoljeZBesedilom 12">
                <a:extLst>
                  <a:ext uri="{FF2B5EF4-FFF2-40B4-BE49-F238E27FC236}">
                    <a16:creationId xmlns:a16="http://schemas.microsoft.com/office/drawing/2014/main" id="{D6101841-5B15-44E3-8778-12C8AE083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0" y="1601054"/>
                <a:ext cx="6096000" cy="6172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E02D6899-C382-4D58-A7CA-429240D11F6A}"/>
                  </a:ext>
                </a:extLst>
              </p:cNvPr>
              <p:cNvSpPr txBox="1"/>
              <p:nvPr/>
            </p:nvSpPr>
            <p:spPr>
              <a:xfrm>
                <a:off x="3008978" y="2452337"/>
                <a:ext cx="6096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sl-SI" sz="2000" b="0" dirty="0"/>
              </a:p>
              <a:p>
                <a:endParaRPr lang="sl-SI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sl-SI" sz="2000" b="0" dirty="0"/>
              </a:p>
              <a:p>
                <a:endParaRPr lang="sl-SI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sl-SI" sz="2000" dirty="0"/>
              </a:p>
              <a:p>
                <a:endParaRPr lang="sl-SI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sl-SI" sz="2000" dirty="0"/>
              </a:p>
              <a:p>
                <a:endParaRPr lang="sl-SI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sl-SI" sz="2000" dirty="0"/>
              </a:p>
            </p:txBody>
          </p:sp>
        </mc:Choice>
        <mc:Fallback xmlns="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E02D6899-C382-4D58-A7CA-429240D11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978" y="2452337"/>
                <a:ext cx="6096000" cy="2862322"/>
              </a:xfrm>
              <a:prstGeom prst="rect">
                <a:avLst/>
              </a:prstGeom>
              <a:blipFill>
                <a:blip r:embed="rId5"/>
                <a:stretch>
                  <a:fillRect b="-1489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82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Simsonovo pravilo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 descr="https://upload.wikimedia.org/wikipedia/en/6/67/Simpsonsrule2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056" y="1453597"/>
            <a:ext cx="4762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170252" y="4311097"/>
            <a:ext cx="5690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http://www.intmath.com/integration/6-simpsons-rule.php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značba mesta besedila 2">
                <a:extLst>
                  <a:ext uri="{FF2B5EF4-FFF2-40B4-BE49-F238E27FC236}">
                    <a16:creationId xmlns:a16="http://schemas.microsoft.com/office/drawing/2014/main" id="{EC493306-283F-4E2D-9564-88986F8FB3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396135" y="1677747"/>
                <a:ext cx="5943600" cy="1738312"/>
              </a:xfrm>
            </p:spPr>
            <p:txBody>
              <a:bodyPr/>
              <a:lstStyle/>
              <a:p>
                <a:pPr marL="50800" indent="0" algn="just">
                  <a:buNone/>
                </a:pPr>
                <a:r>
                  <a:rPr lang="sl-SI" sz="2000" dirty="0"/>
                  <a:t>Z namenom še bolje opisati potek krivulje znotraj intervala </a:t>
                </a:r>
                <a14:m>
                  <m:oMath xmlns:m="http://schemas.openxmlformats.org/officeDocument/2006/math">
                    <m:r>
                      <a:rPr lang="sl-SI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sl-SI" sz="2000" dirty="0"/>
                  <a:t>, lahko trend bolj natančno aproksimiramo. V primeru Simpsonove metode uporabimo kvadratno enačbo, s katero aproksimiramo trend funkcije znotraj intervala.</a:t>
                </a:r>
              </a:p>
            </p:txBody>
          </p:sp>
        </mc:Choice>
        <mc:Fallback xmlns="">
          <p:sp>
            <p:nvSpPr>
              <p:cNvPr id="6" name="Označba mesta besedila 2">
                <a:extLst>
                  <a:ext uri="{FF2B5EF4-FFF2-40B4-BE49-F238E27FC236}">
                    <a16:creationId xmlns:a16="http://schemas.microsoft.com/office/drawing/2014/main" id="{EC493306-283F-4E2D-9564-88986F8FB3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6135" y="1677747"/>
                <a:ext cx="5943600" cy="1738312"/>
              </a:xfrm>
              <a:blipFill>
                <a:blip r:embed="rId4"/>
                <a:stretch>
                  <a:fillRect l="-205" r="-1128" b="-702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Slika 3">
            <a:extLst>
              <a:ext uri="{FF2B5EF4-FFF2-40B4-BE49-F238E27FC236}">
                <a16:creationId xmlns:a16="http://schemas.microsoft.com/office/drawing/2014/main" id="{B9FB1785-18E8-4EA6-BC83-CA487FDD5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66" y="3070479"/>
            <a:ext cx="3172268" cy="3219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Simsonovo pravilo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3A9D5F52-3451-481F-BD2F-DA33611CE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09700"/>
            <a:ext cx="2771286" cy="2871083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914E1B5C-925F-451B-A3DC-797D751FB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132" y="1559410"/>
            <a:ext cx="4125954" cy="2721374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DB11A93-3F30-45FE-BADC-48C3E7D58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849" y="1798197"/>
            <a:ext cx="2695951" cy="1752845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B705D49B-545C-46DB-A6CE-CE877BE597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410" y="4682261"/>
            <a:ext cx="2695951" cy="1810614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FC39DA1F-0F6A-41D9-ACFE-80704E645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137" y="5032094"/>
            <a:ext cx="301984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9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sl-SI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Simsonovo pravilo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29AF960-FEB1-487A-B918-E57353F8C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29646"/>
            <a:ext cx="2232937" cy="2055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D1BA63CC-BEE1-4D62-A82F-CF5FE158C01F}"/>
                  </a:ext>
                </a:extLst>
              </p:cNvPr>
              <p:cNvSpPr txBox="1"/>
              <p:nvPr/>
            </p:nvSpPr>
            <p:spPr>
              <a:xfrm>
                <a:off x="2084352" y="2274987"/>
                <a:ext cx="6096000" cy="676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000" dirty="0"/>
              </a:p>
            </p:txBody>
          </p:sp>
        </mc:Choice>
        <mc:Fallback>
          <p:sp>
            <p:nvSpPr>
              <p:cNvPr id="16" name="PoljeZBesedilom 15">
                <a:extLst>
                  <a:ext uri="{FF2B5EF4-FFF2-40B4-BE49-F238E27FC236}">
                    <a16:creationId xmlns:a16="http://schemas.microsoft.com/office/drawing/2014/main" id="{D1BA63CC-BEE1-4D62-A82F-CF5FE158C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352" y="2274987"/>
                <a:ext cx="6096000" cy="6767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Slika 13">
            <a:extLst>
              <a:ext uri="{FF2B5EF4-FFF2-40B4-BE49-F238E27FC236}">
                <a16:creationId xmlns:a16="http://schemas.microsoft.com/office/drawing/2014/main" id="{2929BDD9-E10B-43F9-B78A-FD7C7E912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60" y="3603118"/>
            <a:ext cx="4867954" cy="271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772DB2EC-3DC5-4981-BA1E-9C667DB31758}"/>
                  </a:ext>
                </a:extLst>
              </p:cNvPr>
              <p:cNvSpPr txBox="1"/>
              <p:nvPr/>
            </p:nvSpPr>
            <p:spPr>
              <a:xfrm>
                <a:off x="5338762" y="4525779"/>
                <a:ext cx="6096000" cy="2492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sl-SI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l-SI" sz="2000" b="0" i="1" smtClean="0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sl-SI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l-SI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l-SI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000" dirty="0"/>
              </a:p>
              <a:p>
                <a:endParaRPr lang="sl-SI" sz="2000" dirty="0"/>
              </a:p>
              <a:p>
                <a:endParaRPr lang="sl-SI" sz="2000" b="0" dirty="0"/>
              </a:p>
              <a:p>
                <a:endParaRPr lang="sl-SI" sz="2000" dirty="0"/>
              </a:p>
            </p:txBody>
          </p:sp>
        </mc:Choice>
        <mc:Fallback xmlns="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772DB2EC-3DC5-4981-BA1E-9C667DB31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762" y="4525779"/>
                <a:ext cx="6096000" cy="2492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48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B760942-00E6-56B8-4010-A228098B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Naloga</a:t>
            </a:r>
            <a:endParaRPr lang="en-US" dirty="0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FA03CAD9-8242-95FA-5DE9-ACDDD5416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sl-SI" dirty="0"/>
              <a:t>Določi integral funkcij na intervalu med -1 in 1.</a:t>
            </a:r>
          </a:p>
          <a:p>
            <a:endParaRPr lang="sl-SI" dirty="0"/>
          </a:p>
          <a:p>
            <a:r>
              <a:rPr lang="sl-SI" dirty="0"/>
              <a:t>Za funkcijo sin(x)</a:t>
            </a:r>
          </a:p>
          <a:p>
            <a:r>
              <a:rPr lang="sl-SI" dirty="0"/>
              <a:t>Za funkcijo x^2</a:t>
            </a:r>
          </a:p>
          <a:p>
            <a:r>
              <a:rPr lang="sl-SI" dirty="0"/>
              <a:t>Za funkcijo </a:t>
            </a:r>
            <a:r>
              <a:rPr lang="sl-SI" dirty="0" err="1"/>
              <a:t>exp</a:t>
            </a:r>
            <a:r>
              <a:rPr lang="sl-SI" dirty="0"/>
              <a:t>(-x)*sin(x)</a:t>
            </a:r>
          </a:p>
          <a:p>
            <a:pPr marL="50800" indent="0">
              <a:buNone/>
            </a:pPr>
            <a:endParaRPr lang="sl-SI" dirty="0"/>
          </a:p>
          <a:p>
            <a:pPr marL="50800" indent="0">
              <a:buNone/>
            </a:pPr>
            <a:r>
              <a:rPr lang="sl-SI" dirty="0"/>
              <a:t>Preveri natančnost metode in kako število delitev intervala vplivana na natančnost</a:t>
            </a:r>
          </a:p>
        </p:txBody>
      </p:sp>
    </p:spTree>
    <p:extLst>
      <p:ext uri="{BB962C8B-B14F-4D97-AF65-F5344CB8AC3E}">
        <p14:creationId xmlns:p14="http://schemas.microsoft.com/office/powerpoint/2010/main" val="313957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25B056B-EB75-4859-86C9-95ECAC29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Reševanje diferencialnih enačb</a:t>
            </a:r>
          </a:p>
        </p:txBody>
      </p:sp>
    </p:spTree>
    <p:extLst>
      <p:ext uri="{BB962C8B-B14F-4D97-AF65-F5344CB8AC3E}">
        <p14:creationId xmlns:p14="http://schemas.microsoft.com/office/powerpoint/2010/main" val="3841493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5E71FB2-61C6-4E68-A96E-59D7269E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Eulerjeva metoda</a:t>
            </a:r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07856BF0-ED3A-45D9-8702-F3352CA59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25" y="1760112"/>
            <a:ext cx="6223383" cy="367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6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D5CA193-9C3D-4CEA-AA52-663DD568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RK4</a:t>
            </a:r>
            <a:endParaRPr lang="en-GB" dirty="0"/>
          </a:p>
        </p:txBody>
      </p:sp>
      <p:pic>
        <p:nvPicPr>
          <p:cNvPr id="6" name="Slika 5" descr="Slika, ki vsebuje besede besedilo, preslikava, nebo&#10;&#10;Opis je samodejno ustvarjen">
            <a:extLst>
              <a:ext uri="{FF2B5EF4-FFF2-40B4-BE49-F238E27FC236}">
                <a16:creationId xmlns:a16="http://schemas.microsoft.com/office/drawing/2014/main" id="{67AC0AA1-EEC0-4834-8DDF-C1EB2C38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45" y="1309561"/>
            <a:ext cx="5098473" cy="509847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B2B3B3AA-B34C-44ED-AAA2-FF8E32884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582" t="44848" r="65489" b="37508"/>
          <a:stretch/>
        </p:blipFill>
        <p:spPr>
          <a:xfrm>
            <a:off x="6730455" y="1073726"/>
            <a:ext cx="3829562" cy="2355274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E832D779-D9A6-4B57-B0DC-E1A558D085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78" t="34613" r="61110" b="59089"/>
          <a:stretch/>
        </p:blipFill>
        <p:spPr>
          <a:xfrm>
            <a:off x="6832055" y="4426454"/>
            <a:ext cx="4203323" cy="7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87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73E799D-98AC-432E-AA41-A6632E9665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RK4</a:t>
            </a:r>
            <a:endParaRPr lang="en-GB" dirty="0"/>
          </a:p>
        </p:txBody>
      </p:sp>
      <p:sp>
        <p:nvSpPr>
          <p:cNvPr id="4" name="Pravokotnik 3">
            <a:extLst>
              <a:ext uri="{FF2B5EF4-FFF2-40B4-BE49-F238E27FC236}">
                <a16:creationId xmlns:a16="http://schemas.microsoft.com/office/drawing/2014/main" id="{4941A9FE-8FA6-4D02-9904-FFD092967E43}"/>
              </a:ext>
            </a:extLst>
          </p:cNvPr>
          <p:cNvSpPr/>
          <p:nvPr/>
        </p:nvSpPr>
        <p:spPr>
          <a:xfrm>
            <a:off x="649224" y="4193971"/>
            <a:ext cx="8741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https://www.intmath.com/differential-equations/12-runge-kutta-rk4-des.php</a:t>
            </a:r>
          </a:p>
        </p:txBody>
      </p:sp>
    </p:spTree>
    <p:extLst>
      <p:ext uri="{BB962C8B-B14F-4D97-AF65-F5344CB8AC3E}">
        <p14:creationId xmlns:p14="http://schemas.microsoft.com/office/powerpoint/2010/main" val="415048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09EB700-2159-4E95-91FE-D67973C71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74" r="54743" b="75869"/>
          <a:stretch/>
        </p:blipFill>
        <p:spPr>
          <a:xfrm>
            <a:off x="130546" y="278780"/>
            <a:ext cx="7396527" cy="587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/>
              <p:nvPr/>
            </p:nvSpPr>
            <p:spPr>
              <a:xfrm>
                <a:off x="8258834" y="2988261"/>
                <a:ext cx="3376374" cy="31370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sl-SI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34" y="2988261"/>
                <a:ext cx="3376374" cy="3137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/>
              <p:nvPr/>
            </p:nvSpPr>
            <p:spPr>
              <a:xfrm>
                <a:off x="924584" y="1210661"/>
                <a:ext cx="5808450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4" y="1210661"/>
                <a:ext cx="5808450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jeZBesedilom 8">
            <a:extLst>
              <a:ext uri="{FF2B5EF4-FFF2-40B4-BE49-F238E27FC236}">
                <a16:creationId xmlns:a16="http://schemas.microsoft.com/office/drawing/2014/main" id="{CE1F03FE-F185-4A0E-8E9A-476D0E63E3EB}"/>
              </a:ext>
            </a:extLst>
          </p:cNvPr>
          <p:cNvSpPr txBox="1"/>
          <p:nvPr/>
        </p:nvSpPr>
        <p:spPr>
          <a:xfrm>
            <a:off x="8357387" y="2228850"/>
            <a:ext cx="3179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Kjer so posamezni členi:</a:t>
            </a:r>
            <a:endParaRPr lang="en-GB" sz="2400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C975244C-6090-4DCC-9086-A35B62C111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49" t="28711" r="44447" b="18340"/>
          <a:stretch/>
        </p:blipFill>
        <p:spPr>
          <a:xfrm>
            <a:off x="924583" y="2390775"/>
            <a:ext cx="5714341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49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09EB700-2159-4E95-91FE-D67973C71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74" r="54743" b="75869"/>
          <a:stretch/>
        </p:blipFill>
        <p:spPr>
          <a:xfrm>
            <a:off x="130546" y="278780"/>
            <a:ext cx="7396527" cy="587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/>
              <p:nvPr/>
            </p:nvSpPr>
            <p:spPr>
              <a:xfrm>
                <a:off x="8258834" y="2092714"/>
                <a:ext cx="3376374" cy="31370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sl-SI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34" y="2092714"/>
                <a:ext cx="3376374" cy="3137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/>
              <p:nvPr/>
            </p:nvSpPr>
            <p:spPr>
              <a:xfrm>
                <a:off x="924584" y="1281853"/>
                <a:ext cx="5808450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4" y="1281853"/>
                <a:ext cx="5808450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jeZBesedilom 8">
            <a:extLst>
              <a:ext uri="{FF2B5EF4-FFF2-40B4-BE49-F238E27FC236}">
                <a16:creationId xmlns:a16="http://schemas.microsoft.com/office/drawing/2014/main" id="{CE1F03FE-F185-4A0E-8E9A-476D0E63E3EB}"/>
              </a:ext>
            </a:extLst>
          </p:cNvPr>
          <p:cNvSpPr txBox="1"/>
          <p:nvPr/>
        </p:nvSpPr>
        <p:spPr>
          <a:xfrm>
            <a:off x="8258834" y="1326750"/>
            <a:ext cx="3179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Kjer so posamezni členi:</a:t>
            </a:r>
            <a:endParaRPr lang="en-GB" sz="2400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C975244C-6090-4DCC-9086-A35B62C111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49" t="28711" r="44447" b="18340"/>
          <a:stretch/>
        </p:blipFill>
        <p:spPr>
          <a:xfrm>
            <a:off x="924583" y="2390775"/>
            <a:ext cx="5714341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87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09EB700-2159-4E95-91FE-D67973C71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74" r="54743" b="75869"/>
          <a:stretch/>
        </p:blipFill>
        <p:spPr>
          <a:xfrm>
            <a:off x="130546" y="278780"/>
            <a:ext cx="7396527" cy="587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/>
              <p:nvPr/>
            </p:nvSpPr>
            <p:spPr>
              <a:xfrm>
                <a:off x="8258834" y="2092714"/>
                <a:ext cx="3376374" cy="31370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sl-SI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sl-SI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6" name="PoljeZBesedilom 5">
                <a:extLst>
                  <a:ext uri="{FF2B5EF4-FFF2-40B4-BE49-F238E27FC236}">
                    <a16:creationId xmlns:a16="http://schemas.microsoft.com/office/drawing/2014/main" id="{248BD5DF-0EA1-4BE2-A729-BCE3D756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34" y="2092714"/>
                <a:ext cx="3376374" cy="3137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/>
              <p:nvPr/>
            </p:nvSpPr>
            <p:spPr>
              <a:xfrm>
                <a:off x="924584" y="1210661"/>
                <a:ext cx="5808450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PoljeZBesedilom 7">
                <a:extLst>
                  <a:ext uri="{FF2B5EF4-FFF2-40B4-BE49-F238E27FC236}">
                    <a16:creationId xmlns:a16="http://schemas.microsoft.com/office/drawing/2014/main" id="{62E3C05A-26E8-4827-A18E-62411428B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4" y="1210661"/>
                <a:ext cx="5808450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jeZBesedilom 8">
            <a:extLst>
              <a:ext uri="{FF2B5EF4-FFF2-40B4-BE49-F238E27FC236}">
                <a16:creationId xmlns:a16="http://schemas.microsoft.com/office/drawing/2014/main" id="{CE1F03FE-F185-4A0E-8E9A-476D0E63E3EB}"/>
              </a:ext>
            </a:extLst>
          </p:cNvPr>
          <p:cNvSpPr txBox="1"/>
          <p:nvPr/>
        </p:nvSpPr>
        <p:spPr>
          <a:xfrm>
            <a:off x="8258834" y="1326750"/>
            <a:ext cx="3179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Kjer so posamezni členi:</a:t>
            </a:r>
            <a:endParaRPr lang="en-GB" sz="2400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C975244C-6090-4DCC-9086-A35B62C111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49" t="28711" r="44447" b="18340"/>
          <a:stretch/>
        </p:blipFill>
        <p:spPr>
          <a:xfrm>
            <a:off x="924583" y="2390775"/>
            <a:ext cx="5714341" cy="4057650"/>
          </a:xfrm>
          <a:prstGeom prst="rect">
            <a:avLst/>
          </a:prstGeom>
        </p:spPr>
      </p:pic>
      <p:grpSp>
        <p:nvGrpSpPr>
          <p:cNvPr id="7" name="Skupina 6">
            <a:extLst>
              <a:ext uri="{FF2B5EF4-FFF2-40B4-BE49-F238E27FC236}">
                <a16:creationId xmlns:a16="http://schemas.microsoft.com/office/drawing/2014/main" id="{0D9BC322-7F49-47AA-BF64-5437A325B10E}"/>
              </a:ext>
            </a:extLst>
          </p:cNvPr>
          <p:cNvGrpSpPr/>
          <p:nvPr/>
        </p:nvGrpSpPr>
        <p:grpSpPr>
          <a:xfrm>
            <a:off x="8825033" y="1877612"/>
            <a:ext cx="2211480" cy="1002240"/>
            <a:chOff x="8825033" y="1877612"/>
            <a:chExt cx="2211480" cy="10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Rokopis 1">
                  <a:extLst>
                    <a:ext uri="{FF2B5EF4-FFF2-40B4-BE49-F238E27FC236}">
                      <a16:creationId xmlns:a16="http://schemas.microsoft.com/office/drawing/2014/main" id="{60F05B5D-4F94-448C-AC82-DD7D7EB62E5F}"/>
                    </a:ext>
                  </a:extLst>
                </p14:cNvPr>
                <p14:cNvContentPartPr/>
                <p14:nvPr/>
              </p14:nvContentPartPr>
              <p14:xfrm>
                <a:off x="8825033" y="1877612"/>
                <a:ext cx="2211480" cy="921600"/>
              </p14:xfrm>
            </p:contentPart>
          </mc:Choice>
          <mc:Fallback xmlns="">
            <p:pic>
              <p:nvPicPr>
                <p:cNvPr id="2" name="Rokopis 1">
                  <a:extLst>
                    <a:ext uri="{FF2B5EF4-FFF2-40B4-BE49-F238E27FC236}">
                      <a16:creationId xmlns:a16="http://schemas.microsoft.com/office/drawing/2014/main" id="{60F05B5D-4F94-448C-AC82-DD7D7EB62E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16393" y="1868612"/>
                  <a:ext cx="222912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Rokopis 2">
                  <a:extLst>
                    <a:ext uri="{FF2B5EF4-FFF2-40B4-BE49-F238E27FC236}">
                      <a16:creationId xmlns:a16="http://schemas.microsoft.com/office/drawing/2014/main" id="{36B29E45-5F46-4044-84EA-0BE3D12835D4}"/>
                    </a:ext>
                  </a:extLst>
                </p14:cNvPr>
                <p14:cNvContentPartPr/>
                <p14:nvPr/>
              </p14:nvContentPartPr>
              <p14:xfrm>
                <a:off x="10541873" y="2671052"/>
                <a:ext cx="412200" cy="208800"/>
              </p14:xfrm>
            </p:contentPart>
          </mc:Choice>
          <mc:Fallback xmlns="">
            <p:pic>
              <p:nvPicPr>
                <p:cNvPr id="3" name="Rokopis 2">
                  <a:extLst>
                    <a:ext uri="{FF2B5EF4-FFF2-40B4-BE49-F238E27FC236}">
                      <a16:creationId xmlns:a16="http://schemas.microsoft.com/office/drawing/2014/main" id="{36B29E45-5F46-4044-84EA-0BE3D12835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32873" y="2662412"/>
                  <a:ext cx="429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50B91177-E1BF-4B31-B1B2-0515800B063B}"/>
                    </a:ext>
                  </a:extLst>
                </p14:cNvPr>
                <p14:cNvContentPartPr/>
                <p14:nvPr/>
              </p14:nvContentPartPr>
              <p14:xfrm>
                <a:off x="10727633" y="2739092"/>
                <a:ext cx="233640" cy="13464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50B91177-E1BF-4B31-B1B2-0515800B06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18633" y="2730452"/>
                  <a:ext cx="25128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Rokopis 9">
                <a:extLst>
                  <a:ext uri="{FF2B5EF4-FFF2-40B4-BE49-F238E27FC236}">
                    <a16:creationId xmlns:a16="http://schemas.microsoft.com/office/drawing/2014/main" id="{E8743EB3-E710-4D8A-83F4-55B845AA2E5E}"/>
                  </a:ext>
                </a:extLst>
              </p14:cNvPr>
              <p14:cNvContentPartPr/>
              <p14:nvPr/>
            </p14:nvContentPartPr>
            <p14:xfrm>
              <a:off x="8208353" y="2983532"/>
              <a:ext cx="692280" cy="503640"/>
            </p14:xfrm>
          </p:contentPart>
        </mc:Choice>
        <mc:Fallback xmlns="">
          <p:pic>
            <p:nvPicPr>
              <p:cNvPr id="10" name="Rokopis 9">
                <a:extLst>
                  <a:ext uri="{FF2B5EF4-FFF2-40B4-BE49-F238E27FC236}">
                    <a16:creationId xmlns:a16="http://schemas.microsoft.com/office/drawing/2014/main" id="{E8743EB3-E710-4D8A-83F4-55B845AA2E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99713" y="2974532"/>
                <a:ext cx="7099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Rokopis 10">
                <a:extLst>
                  <a:ext uri="{FF2B5EF4-FFF2-40B4-BE49-F238E27FC236}">
                    <a16:creationId xmlns:a16="http://schemas.microsoft.com/office/drawing/2014/main" id="{7E538F38-0072-4009-9326-A67DBE9E650D}"/>
                  </a:ext>
                </a:extLst>
              </p14:cNvPr>
              <p14:cNvContentPartPr/>
              <p14:nvPr/>
            </p14:nvContentPartPr>
            <p14:xfrm>
              <a:off x="3818153" y="4784612"/>
              <a:ext cx="18360" cy="41760"/>
            </p14:xfrm>
          </p:contentPart>
        </mc:Choice>
        <mc:Fallback xmlns="">
          <p:pic>
            <p:nvPicPr>
              <p:cNvPr id="11" name="Rokopis 10">
                <a:extLst>
                  <a:ext uri="{FF2B5EF4-FFF2-40B4-BE49-F238E27FC236}">
                    <a16:creationId xmlns:a16="http://schemas.microsoft.com/office/drawing/2014/main" id="{7E538F38-0072-4009-9326-A67DBE9E65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09153" y="4775972"/>
                <a:ext cx="36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Rokopis 11">
                <a:extLst>
                  <a:ext uri="{FF2B5EF4-FFF2-40B4-BE49-F238E27FC236}">
                    <a16:creationId xmlns:a16="http://schemas.microsoft.com/office/drawing/2014/main" id="{F3768333-32C8-4BC0-8D2E-1E494B049757}"/>
                  </a:ext>
                </a:extLst>
              </p14:cNvPr>
              <p14:cNvContentPartPr/>
              <p14:nvPr/>
            </p14:nvContentPartPr>
            <p14:xfrm>
              <a:off x="3747593" y="5074772"/>
              <a:ext cx="166320" cy="194760"/>
            </p14:xfrm>
          </p:contentPart>
        </mc:Choice>
        <mc:Fallback xmlns="">
          <p:pic>
            <p:nvPicPr>
              <p:cNvPr id="12" name="Rokopis 11">
                <a:extLst>
                  <a:ext uri="{FF2B5EF4-FFF2-40B4-BE49-F238E27FC236}">
                    <a16:creationId xmlns:a16="http://schemas.microsoft.com/office/drawing/2014/main" id="{F3768333-32C8-4BC0-8D2E-1E494B0497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38953" y="5066132"/>
                <a:ext cx="1839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Rokopis 12">
                <a:extLst>
                  <a:ext uri="{FF2B5EF4-FFF2-40B4-BE49-F238E27FC236}">
                    <a16:creationId xmlns:a16="http://schemas.microsoft.com/office/drawing/2014/main" id="{C3548C55-609C-4A02-A7FA-3B3952E1F518}"/>
                  </a:ext>
                </a:extLst>
              </p14:cNvPr>
              <p14:cNvContentPartPr/>
              <p14:nvPr/>
            </p14:nvContentPartPr>
            <p14:xfrm>
              <a:off x="8503193" y="3392852"/>
              <a:ext cx="2518560" cy="318600"/>
            </p14:xfrm>
          </p:contentPart>
        </mc:Choice>
        <mc:Fallback xmlns="">
          <p:pic>
            <p:nvPicPr>
              <p:cNvPr id="13" name="Rokopis 12">
                <a:extLst>
                  <a:ext uri="{FF2B5EF4-FFF2-40B4-BE49-F238E27FC236}">
                    <a16:creationId xmlns:a16="http://schemas.microsoft.com/office/drawing/2014/main" id="{C3548C55-609C-4A02-A7FA-3B3952E1F5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4553" y="3383852"/>
                <a:ext cx="25362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Rokopis 14">
                <a:extLst>
                  <a:ext uri="{FF2B5EF4-FFF2-40B4-BE49-F238E27FC236}">
                    <a16:creationId xmlns:a16="http://schemas.microsoft.com/office/drawing/2014/main" id="{BA8FC28E-5E81-4E12-93A0-02ED4A2A999F}"/>
                  </a:ext>
                </a:extLst>
              </p14:cNvPr>
              <p14:cNvContentPartPr/>
              <p14:nvPr/>
            </p14:nvContentPartPr>
            <p14:xfrm>
              <a:off x="3769193" y="4723412"/>
              <a:ext cx="114840" cy="107640"/>
            </p14:xfrm>
          </p:contentPart>
        </mc:Choice>
        <mc:Fallback xmlns="">
          <p:pic>
            <p:nvPicPr>
              <p:cNvPr id="15" name="Rokopis 14">
                <a:extLst>
                  <a:ext uri="{FF2B5EF4-FFF2-40B4-BE49-F238E27FC236}">
                    <a16:creationId xmlns:a16="http://schemas.microsoft.com/office/drawing/2014/main" id="{BA8FC28E-5E81-4E12-93A0-02ED4A2A99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60553" y="4714412"/>
                <a:ext cx="1324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Rokopis 15">
                <a:extLst>
                  <a:ext uri="{FF2B5EF4-FFF2-40B4-BE49-F238E27FC236}">
                    <a16:creationId xmlns:a16="http://schemas.microsoft.com/office/drawing/2014/main" id="{320FB689-81D3-4040-BAC2-4F8FB0D85E49}"/>
                  </a:ext>
                </a:extLst>
              </p14:cNvPr>
              <p14:cNvContentPartPr/>
              <p14:nvPr/>
            </p14:nvContentPartPr>
            <p14:xfrm>
              <a:off x="8168393" y="3818732"/>
              <a:ext cx="520920" cy="500760"/>
            </p14:xfrm>
          </p:contentPart>
        </mc:Choice>
        <mc:Fallback xmlns="">
          <p:pic>
            <p:nvPicPr>
              <p:cNvPr id="16" name="Rokopis 15">
                <a:extLst>
                  <a:ext uri="{FF2B5EF4-FFF2-40B4-BE49-F238E27FC236}">
                    <a16:creationId xmlns:a16="http://schemas.microsoft.com/office/drawing/2014/main" id="{320FB689-81D3-4040-BAC2-4F8FB0D85E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59753" y="3809732"/>
                <a:ext cx="53856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Rokopis 16">
                <a:extLst>
                  <a:ext uri="{FF2B5EF4-FFF2-40B4-BE49-F238E27FC236}">
                    <a16:creationId xmlns:a16="http://schemas.microsoft.com/office/drawing/2014/main" id="{EB759049-22C9-4E21-966C-E19CA83C8623}"/>
                  </a:ext>
                </a:extLst>
              </p14:cNvPr>
              <p14:cNvContentPartPr/>
              <p14:nvPr/>
            </p14:nvContentPartPr>
            <p14:xfrm>
              <a:off x="8562953" y="4184852"/>
              <a:ext cx="2412720" cy="364680"/>
            </p14:xfrm>
          </p:contentPart>
        </mc:Choice>
        <mc:Fallback xmlns="">
          <p:pic>
            <p:nvPicPr>
              <p:cNvPr id="17" name="Rokopis 16">
                <a:extLst>
                  <a:ext uri="{FF2B5EF4-FFF2-40B4-BE49-F238E27FC236}">
                    <a16:creationId xmlns:a16="http://schemas.microsoft.com/office/drawing/2014/main" id="{EB759049-22C9-4E21-966C-E19CA83C862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53953" y="4175852"/>
                <a:ext cx="24303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Rokopis 17">
                <a:extLst>
                  <a:ext uri="{FF2B5EF4-FFF2-40B4-BE49-F238E27FC236}">
                    <a16:creationId xmlns:a16="http://schemas.microsoft.com/office/drawing/2014/main" id="{68CD56CC-1B0B-4AF6-8444-D5C59B9FC611}"/>
                  </a:ext>
                </a:extLst>
              </p14:cNvPr>
              <p14:cNvContentPartPr/>
              <p14:nvPr/>
            </p14:nvContentPartPr>
            <p14:xfrm>
              <a:off x="8817833" y="4714052"/>
              <a:ext cx="73080" cy="17640"/>
            </p14:xfrm>
          </p:contentPart>
        </mc:Choice>
        <mc:Fallback xmlns="">
          <p:pic>
            <p:nvPicPr>
              <p:cNvPr id="18" name="Rokopis 17">
                <a:extLst>
                  <a:ext uri="{FF2B5EF4-FFF2-40B4-BE49-F238E27FC236}">
                    <a16:creationId xmlns:a16="http://schemas.microsoft.com/office/drawing/2014/main" id="{68CD56CC-1B0B-4AF6-8444-D5C59B9FC61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08833" y="4705412"/>
                <a:ext cx="907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Rokopis 18">
                <a:extLst>
                  <a:ext uri="{FF2B5EF4-FFF2-40B4-BE49-F238E27FC236}">
                    <a16:creationId xmlns:a16="http://schemas.microsoft.com/office/drawing/2014/main" id="{334E4A1C-5492-43C3-ACFF-FF565EBA8502}"/>
                  </a:ext>
                </a:extLst>
              </p14:cNvPr>
              <p14:cNvContentPartPr/>
              <p14:nvPr/>
            </p14:nvContentPartPr>
            <p14:xfrm>
              <a:off x="8066153" y="4314812"/>
              <a:ext cx="844560" cy="795960"/>
            </p14:xfrm>
          </p:contentPart>
        </mc:Choice>
        <mc:Fallback xmlns="">
          <p:pic>
            <p:nvPicPr>
              <p:cNvPr id="19" name="Rokopis 18">
                <a:extLst>
                  <a:ext uri="{FF2B5EF4-FFF2-40B4-BE49-F238E27FC236}">
                    <a16:creationId xmlns:a16="http://schemas.microsoft.com/office/drawing/2014/main" id="{334E4A1C-5492-43C3-ACFF-FF565EBA85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57153" y="4306172"/>
                <a:ext cx="86220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Rokopis 19">
                <a:extLst>
                  <a:ext uri="{FF2B5EF4-FFF2-40B4-BE49-F238E27FC236}">
                    <a16:creationId xmlns:a16="http://schemas.microsoft.com/office/drawing/2014/main" id="{DCD35FB4-D5C9-47BC-9204-C2FD0425F9E2}"/>
                  </a:ext>
                </a:extLst>
              </p14:cNvPr>
              <p14:cNvContentPartPr/>
              <p14:nvPr/>
            </p14:nvContentPartPr>
            <p14:xfrm>
              <a:off x="6131153" y="3101972"/>
              <a:ext cx="601200" cy="536760"/>
            </p14:xfrm>
          </p:contentPart>
        </mc:Choice>
        <mc:Fallback xmlns="">
          <p:pic>
            <p:nvPicPr>
              <p:cNvPr id="20" name="Rokopis 19">
                <a:extLst>
                  <a:ext uri="{FF2B5EF4-FFF2-40B4-BE49-F238E27FC236}">
                    <a16:creationId xmlns:a16="http://schemas.microsoft.com/office/drawing/2014/main" id="{DCD35FB4-D5C9-47BC-9204-C2FD0425F9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22513" y="3093332"/>
                <a:ext cx="6188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Rokopis 20">
                <a:extLst>
                  <a:ext uri="{FF2B5EF4-FFF2-40B4-BE49-F238E27FC236}">
                    <a16:creationId xmlns:a16="http://schemas.microsoft.com/office/drawing/2014/main" id="{0307FBD1-BDC8-4C53-B2CA-D0E70CCED828}"/>
                  </a:ext>
                </a:extLst>
              </p14:cNvPr>
              <p14:cNvContentPartPr/>
              <p14:nvPr/>
            </p14:nvContentPartPr>
            <p14:xfrm>
              <a:off x="3320273" y="3680492"/>
              <a:ext cx="922320" cy="795960"/>
            </p14:xfrm>
          </p:contentPart>
        </mc:Choice>
        <mc:Fallback xmlns="">
          <p:pic>
            <p:nvPicPr>
              <p:cNvPr id="21" name="Rokopis 20">
                <a:extLst>
                  <a:ext uri="{FF2B5EF4-FFF2-40B4-BE49-F238E27FC236}">
                    <a16:creationId xmlns:a16="http://schemas.microsoft.com/office/drawing/2014/main" id="{0307FBD1-BDC8-4C53-B2CA-D0E70CCED8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11633" y="3671852"/>
                <a:ext cx="939960" cy="8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944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/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jeZBesedilom 5">
            <a:extLst>
              <a:ext uri="{FF2B5EF4-FFF2-40B4-BE49-F238E27FC236}">
                <a16:creationId xmlns:a16="http://schemas.microsoft.com/office/drawing/2014/main" id="{84F74200-A89F-4F03-B5ED-769BC94BB50F}"/>
              </a:ext>
            </a:extLst>
          </p:cNvPr>
          <p:cNvSpPr txBox="1"/>
          <p:nvPr/>
        </p:nvSpPr>
        <p:spPr>
          <a:xfrm>
            <a:off x="433872" y="274198"/>
            <a:ext cx="1590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4000" dirty="0">
                <a:solidFill>
                  <a:schemeClr val="tx2">
                    <a:lumMod val="50000"/>
                  </a:schemeClr>
                </a:solidFill>
              </a:rPr>
              <a:t>Primer</a:t>
            </a:r>
            <a:endParaRPr lang="en-GB" sz="4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4D65CC87-BA20-47A4-84DE-F0935F22DE07}"/>
              </a:ext>
            </a:extLst>
          </p:cNvPr>
          <p:cNvSpPr txBox="1"/>
          <p:nvPr/>
        </p:nvSpPr>
        <p:spPr>
          <a:xfrm>
            <a:off x="433872" y="1063027"/>
            <a:ext cx="1120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>
                <a:solidFill>
                  <a:schemeClr val="tx2">
                    <a:lumMod val="50000"/>
                  </a:schemeClr>
                </a:solidFill>
              </a:rPr>
              <a:t>Uporabite metodo RK4 in rešitev spodaj navedeno enačbo. Uporabite integracijski korak h = 0.1 v intervalu 0 &lt;= x &lt;= 1.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60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/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jeZBesedilom 5">
            <a:extLst>
              <a:ext uri="{FF2B5EF4-FFF2-40B4-BE49-F238E27FC236}">
                <a16:creationId xmlns:a16="http://schemas.microsoft.com/office/drawing/2014/main" id="{84F74200-A89F-4F03-B5ED-769BC94BB50F}"/>
              </a:ext>
            </a:extLst>
          </p:cNvPr>
          <p:cNvSpPr txBox="1"/>
          <p:nvPr/>
        </p:nvSpPr>
        <p:spPr>
          <a:xfrm>
            <a:off x="433872" y="274198"/>
            <a:ext cx="1590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4000" dirty="0">
                <a:solidFill>
                  <a:schemeClr val="tx2">
                    <a:lumMod val="50000"/>
                  </a:schemeClr>
                </a:solidFill>
              </a:rPr>
              <a:t>Primer</a:t>
            </a:r>
            <a:endParaRPr lang="en-GB" sz="4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4D65CC87-BA20-47A4-84DE-F0935F22DE07}"/>
              </a:ext>
            </a:extLst>
          </p:cNvPr>
          <p:cNvSpPr txBox="1"/>
          <p:nvPr/>
        </p:nvSpPr>
        <p:spPr>
          <a:xfrm>
            <a:off x="433872" y="1063027"/>
            <a:ext cx="1120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>
                <a:solidFill>
                  <a:schemeClr val="tx2">
                    <a:lumMod val="50000"/>
                  </a:schemeClr>
                </a:solidFill>
              </a:rPr>
              <a:t>Uporabite metodo RK4 in rešitev spodaj navedeno enačbo. Uporabite integracijski korak h = 0.1 v intervalu 0 &lt;= x &lt;= 1.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PoljeZBesedilom 1">
            <a:extLst>
              <a:ext uri="{FF2B5EF4-FFF2-40B4-BE49-F238E27FC236}">
                <a16:creationId xmlns:a16="http://schemas.microsoft.com/office/drawing/2014/main" id="{F2E11D6A-6055-41E7-AD0A-3BBE09B0D533}"/>
              </a:ext>
            </a:extLst>
          </p:cNvPr>
          <p:cNvSpPr txBox="1"/>
          <p:nvPr/>
        </p:nvSpPr>
        <p:spPr>
          <a:xfrm>
            <a:off x="5019675" y="1934286"/>
            <a:ext cx="88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Korak 1</a:t>
            </a:r>
            <a:endParaRPr lang="en-GB" dirty="0"/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01D8138-F765-4399-8E99-E20668D3D037}"/>
              </a:ext>
            </a:extLst>
          </p:cNvPr>
          <p:cNvSpPr txBox="1"/>
          <p:nvPr/>
        </p:nvSpPr>
        <p:spPr>
          <a:xfrm>
            <a:off x="5019675" y="2390397"/>
            <a:ext cx="223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Določimo vrednost </a:t>
            </a:r>
            <a:r>
              <a:rPr lang="sl-SI" i="1" dirty="0"/>
              <a:t>k</a:t>
            </a:r>
            <a:r>
              <a:rPr lang="sl-SI" baseline="-25000" dirty="0"/>
              <a:t>1</a:t>
            </a:r>
            <a:endParaRPr lang="en-GB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ravokotnik 2">
                <a:extLst>
                  <a:ext uri="{FF2B5EF4-FFF2-40B4-BE49-F238E27FC236}">
                    <a16:creationId xmlns:a16="http://schemas.microsoft.com/office/drawing/2014/main" id="{3B307AAD-E288-41E5-B4BB-B659417CFDBD}"/>
                  </a:ext>
                </a:extLst>
              </p:cNvPr>
              <p:cNvSpPr/>
              <p:nvPr/>
            </p:nvSpPr>
            <p:spPr>
              <a:xfrm>
                <a:off x="5019675" y="2993493"/>
                <a:ext cx="3387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=0.1∗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(0))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3" name="Pravokotnik 2">
                <a:extLst>
                  <a:ext uri="{FF2B5EF4-FFF2-40B4-BE49-F238E27FC236}">
                    <a16:creationId xmlns:a16="http://schemas.microsoft.com/office/drawing/2014/main" id="{3B307AAD-E288-41E5-B4BB-B659417CF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2993493"/>
                <a:ext cx="33872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ravokotnik 3">
                <a:extLst>
                  <a:ext uri="{FF2B5EF4-FFF2-40B4-BE49-F238E27FC236}">
                    <a16:creationId xmlns:a16="http://schemas.microsoft.com/office/drawing/2014/main" id="{16A68F88-847E-4D45-B626-CA9D6393F9AB}"/>
                  </a:ext>
                </a:extLst>
              </p:cNvPr>
              <p:cNvSpPr/>
              <p:nvPr/>
            </p:nvSpPr>
            <p:spPr>
              <a:xfrm>
                <a:off x="5019675" y="3362825"/>
                <a:ext cx="3128742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  <m:sup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=−0.03678…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4" name="Pravokotnik 3">
                <a:extLst>
                  <a:ext uri="{FF2B5EF4-FFF2-40B4-BE49-F238E27FC236}">
                    <a16:creationId xmlns:a16="http://schemas.microsoft.com/office/drawing/2014/main" id="{16A68F88-847E-4D45-B626-CA9D6393F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3362825"/>
                <a:ext cx="3128742" cy="648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75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/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endParaRPr lang="sl-SI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sl-SI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5" name="PoljeZBesedilom 4">
                <a:extLst>
                  <a:ext uri="{FF2B5EF4-FFF2-40B4-BE49-F238E27FC236}">
                    <a16:creationId xmlns:a16="http://schemas.microsoft.com/office/drawing/2014/main" id="{D386BCE8-34AD-470A-B6ED-7F26288B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72" y="1934286"/>
                <a:ext cx="2027799" cy="1849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jeZBesedilom 5">
            <a:extLst>
              <a:ext uri="{FF2B5EF4-FFF2-40B4-BE49-F238E27FC236}">
                <a16:creationId xmlns:a16="http://schemas.microsoft.com/office/drawing/2014/main" id="{84F74200-A89F-4F03-B5ED-769BC94BB50F}"/>
              </a:ext>
            </a:extLst>
          </p:cNvPr>
          <p:cNvSpPr txBox="1"/>
          <p:nvPr/>
        </p:nvSpPr>
        <p:spPr>
          <a:xfrm>
            <a:off x="433872" y="274198"/>
            <a:ext cx="1590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4000" dirty="0">
                <a:solidFill>
                  <a:schemeClr val="tx2">
                    <a:lumMod val="50000"/>
                  </a:schemeClr>
                </a:solidFill>
              </a:rPr>
              <a:t>Primer</a:t>
            </a:r>
            <a:endParaRPr lang="en-GB" sz="4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4D65CC87-BA20-47A4-84DE-F0935F22DE07}"/>
              </a:ext>
            </a:extLst>
          </p:cNvPr>
          <p:cNvSpPr txBox="1"/>
          <p:nvPr/>
        </p:nvSpPr>
        <p:spPr>
          <a:xfrm>
            <a:off x="433872" y="1063027"/>
            <a:ext cx="1120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>
                <a:solidFill>
                  <a:schemeClr val="tx2">
                    <a:lumMod val="50000"/>
                  </a:schemeClr>
                </a:solidFill>
              </a:rPr>
              <a:t>Uporabite metodo RK4 in rešitev spodaj navedeno enačbo. Uporabite integracijski korak h = 0.1 v intervalu 0 &lt;= x &lt;= 1.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PoljeZBesedilom 1">
            <a:extLst>
              <a:ext uri="{FF2B5EF4-FFF2-40B4-BE49-F238E27FC236}">
                <a16:creationId xmlns:a16="http://schemas.microsoft.com/office/drawing/2014/main" id="{F2E11D6A-6055-41E7-AD0A-3BBE09B0D533}"/>
              </a:ext>
            </a:extLst>
          </p:cNvPr>
          <p:cNvSpPr txBox="1"/>
          <p:nvPr/>
        </p:nvSpPr>
        <p:spPr>
          <a:xfrm>
            <a:off x="5019675" y="1934286"/>
            <a:ext cx="88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Korak 1</a:t>
            </a:r>
            <a:endParaRPr lang="en-GB" dirty="0"/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01D8138-F765-4399-8E99-E20668D3D037}"/>
              </a:ext>
            </a:extLst>
          </p:cNvPr>
          <p:cNvSpPr txBox="1"/>
          <p:nvPr/>
        </p:nvSpPr>
        <p:spPr>
          <a:xfrm>
            <a:off x="5019675" y="2390397"/>
            <a:ext cx="223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Določimo vrednost </a:t>
            </a:r>
            <a:r>
              <a:rPr lang="sl-SI" i="1" dirty="0"/>
              <a:t>k</a:t>
            </a:r>
            <a:r>
              <a:rPr lang="sl-SI" baseline="-25000" dirty="0"/>
              <a:t>1</a:t>
            </a:r>
            <a:endParaRPr lang="en-GB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ravokotnik 2">
                <a:extLst>
                  <a:ext uri="{FF2B5EF4-FFF2-40B4-BE49-F238E27FC236}">
                    <a16:creationId xmlns:a16="http://schemas.microsoft.com/office/drawing/2014/main" id="{3B307AAD-E288-41E5-B4BB-B659417CFDBD}"/>
                  </a:ext>
                </a:extLst>
              </p:cNvPr>
              <p:cNvSpPr/>
              <p:nvPr/>
            </p:nvSpPr>
            <p:spPr>
              <a:xfrm>
                <a:off x="5019675" y="2993493"/>
                <a:ext cx="3387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i="1" smtClean="0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=0.1∗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(0))</m:t>
                      </m:r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3" name="Pravokotnik 2">
                <a:extLst>
                  <a:ext uri="{FF2B5EF4-FFF2-40B4-BE49-F238E27FC236}">
                    <a16:creationId xmlns:a16="http://schemas.microsoft.com/office/drawing/2014/main" id="{3B307AAD-E288-41E5-B4BB-B659417CF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2993493"/>
                <a:ext cx="33872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ravokotnik 3">
                <a:extLst>
                  <a:ext uri="{FF2B5EF4-FFF2-40B4-BE49-F238E27FC236}">
                    <a16:creationId xmlns:a16="http://schemas.microsoft.com/office/drawing/2014/main" id="{16A68F88-847E-4D45-B626-CA9D6393F9AB}"/>
                  </a:ext>
                </a:extLst>
              </p:cNvPr>
              <p:cNvSpPr/>
              <p:nvPr/>
            </p:nvSpPr>
            <p:spPr>
              <a:xfrm>
                <a:off x="5019675" y="3362825"/>
                <a:ext cx="3128742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  <m:sup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=−0.03678…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4" name="Pravokotnik 3">
                <a:extLst>
                  <a:ext uri="{FF2B5EF4-FFF2-40B4-BE49-F238E27FC236}">
                    <a16:creationId xmlns:a16="http://schemas.microsoft.com/office/drawing/2014/main" id="{16A68F88-847E-4D45-B626-CA9D6393F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3362825"/>
                <a:ext cx="3128742" cy="648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769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2BF63E32-700A-4C84-BE29-64A0C6D5D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4" t="35834" r="30034" b="51870"/>
          <a:stretch/>
        </p:blipFill>
        <p:spPr>
          <a:xfrm>
            <a:off x="1085850" y="1517408"/>
            <a:ext cx="7029450" cy="8433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Pravokotnik 4">
                <a:extLst>
                  <a:ext uri="{FF2B5EF4-FFF2-40B4-BE49-F238E27FC236}">
                    <a16:creationId xmlns:a16="http://schemas.microsoft.com/office/drawing/2014/main" id="{490EF298-E317-4644-89E0-DCBDB0A49A3B}"/>
                  </a:ext>
                </a:extLst>
              </p:cNvPr>
              <p:cNvSpPr/>
              <p:nvPr/>
            </p:nvSpPr>
            <p:spPr>
              <a:xfrm>
                <a:off x="438150" y="1754397"/>
                <a:ext cx="7087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5" name="Pravokotnik 4">
                <a:extLst>
                  <a:ext uri="{FF2B5EF4-FFF2-40B4-BE49-F238E27FC236}">
                    <a16:creationId xmlns:a16="http://schemas.microsoft.com/office/drawing/2014/main" id="{490EF298-E317-4644-89E0-DCBDB0A49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1754397"/>
                <a:ext cx="7087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lika 5">
            <a:extLst>
              <a:ext uri="{FF2B5EF4-FFF2-40B4-BE49-F238E27FC236}">
                <a16:creationId xmlns:a16="http://schemas.microsoft.com/office/drawing/2014/main" id="{83DEE057-6819-47BF-A6A6-7E8C7B81F4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72" t="50000" r="29866" b="36423"/>
          <a:stretch/>
        </p:blipFill>
        <p:spPr>
          <a:xfrm>
            <a:off x="1085850" y="2360718"/>
            <a:ext cx="7029450" cy="9311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Pravokotnik 6">
                <a:extLst>
                  <a:ext uri="{FF2B5EF4-FFF2-40B4-BE49-F238E27FC236}">
                    <a16:creationId xmlns:a16="http://schemas.microsoft.com/office/drawing/2014/main" id="{BE9CD49C-EB8C-4053-88DA-8C772010C8C5}"/>
                  </a:ext>
                </a:extLst>
              </p:cNvPr>
              <p:cNvSpPr/>
              <p:nvPr/>
            </p:nvSpPr>
            <p:spPr>
              <a:xfrm>
                <a:off x="438150" y="2657387"/>
                <a:ext cx="7087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7" name="Pravokotnik 6">
                <a:extLst>
                  <a:ext uri="{FF2B5EF4-FFF2-40B4-BE49-F238E27FC236}">
                    <a16:creationId xmlns:a16="http://schemas.microsoft.com/office/drawing/2014/main" id="{BE9CD49C-EB8C-4053-88DA-8C772010C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2657387"/>
                <a:ext cx="7087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lika 7">
            <a:extLst>
              <a:ext uri="{FF2B5EF4-FFF2-40B4-BE49-F238E27FC236}">
                <a16:creationId xmlns:a16="http://schemas.microsoft.com/office/drawing/2014/main" id="{E2962D9C-8BC4-47EF-A64F-B14F1CBEF3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903" t="13171" r="32205" b="74146"/>
          <a:stretch/>
        </p:blipFill>
        <p:spPr>
          <a:xfrm>
            <a:off x="1085850" y="3323387"/>
            <a:ext cx="6791325" cy="869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ravokotnik 8">
                <a:extLst>
                  <a:ext uri="{FF2B5EF4-FFF2-40B4-BE49-F238E27FC236}">
                    <a16:creationId xmlns:a16="http://schemas.microsoft.com/office/drawing/2014/main" id="{BBD31095-1E7E-432A-AC79-A2519E7DC3F9}"/>
                  </a:ext>
                </a:extLst>
              </p:cNvPr>
              <p:cNvSpPr/>
              <p:nvPr/>
            </p:nvSpPr>
            <p:spPr>
              <a:xfrm>
                <a:off x="438150" y="3553069"/>
                <a:ext cx="7087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9" name="Pravokotnik 8">
                <a:extLst>
                  <a:ext uri="{FF2B5EF4-FFF2-40B4-BE49-F238E27FC236}">
                    <a16:creationId xmlns:a16="http://schemas.microsoft.com/office/drawing/2014/main" id="{BBD31095-1E7E-432A-AC79-A2519E7DC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3553069"/>
                <a:ext cx="7087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Slika 9">
            <a:extLst>
              <a:ext uri="{FF2B5EF4-FFF2-40B4-BE49-F238E27FC236}">
                <a16:creationId xmlns:a16="http://schemas.microsoft.com/office/drawing/2014/main" id="{CFE0BDA4-5C06-42F3-B5E1-EB660A2D0D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5342" r="26128" b="39594"/>
          <a:stretch/>
        </p:blipFill>
        <p:spPr>
          <a:xfrm>
            <a:off x="438150" y="5191125"/>
            <a:ext cx="8105775" cy="1033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jeZBesedilom 10">
                <a:extLst>
                  <a:ext uri="{FF2B5EF4-FFF2-40B4-BE49-F238E27FC236}">
                    <a16:creationId xmlns:a16="http://schemas.microsoft.com/office/drawing/2014/main" id="{AF09A628-3AA9-439E-A989-2E6915B028E4}"/>
                  </a:ext>
                </a:extLst>
              </p:cNvPr>
              <p:cNvSpPr txBox="1"/>
              <p:nvPr/>
            </p:nvSpPr>
            <p:spPr>
              <a:xfrm>
                <a:off x="533400" y="4497281"/>
                <a:ext cx="5808450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l-SI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l-SI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PoljeZBesedilom 10">
                <a:extLst>
                  <a:ext uri="{FF2B5EF4-FFF2-40B4-BE49-F238E27FC236}">
                    <a16:creationId xmlns:a16="http://schemas.microsoft.com/office/drawing/2014/main" id="{AF09A628-3AA9-439E-A989-2E6915B02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7281"/>
                <a:ext cx="5808450" cy="6938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ravokotnik 11">
                <a:extLst>
                  <a:ext uri="{FF2B5EF4-FFF2-40B4-BE49-F238E27FC236}">
                    <a16:creationId xmlns:a16="http://schemas.microsoft.com/office/drawing/2014/main" id="{DF3ED7B4-3D91-40D2-9D45-C346E5AFCB26}"/>
                  </a:ext>
                </a:extLst>
              </p:cNvPr>
              <p:cNvSpPr/>
              <p:nvPr/>
            </p:nvSpPr>
            <p:spPr>
              <a:xfrm>
                <a:off x="438150" y="835489"/>
                <a:ext cx="3128742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  <m:sup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l-SI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sl-SI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sl-SI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=−0.03678…</m:t>
                      </m:r>
                    </m:oMath>
                  </m:oMathPara>
                </a14:m>
                <a:endParaRPr lang="sl-SI" b="0" dirty="0"/>
              </a:p>
            </p:txBody>
          </p:sp>
        </mc:Choice>
        <mc:Fallback xmlns="">
          <p:sp>
            <p:nvSpPr>
              <p:cNvPr id="12" name="Pravokotnik 11">
                <a:extLst>
                  <a:ext uri="{FF2B5EF4-FFF2-40B4-BE49-F238E27FC236}">
                    <a16:creationId xmlns:a16="http://schemas.microsoft.com/office/drawing/2014/main" id="{DF3ED7B4-3D91-40D2-9D45-C346E5AFC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835489"/>
                <a:ext cx="3128742" cy="6481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38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B6491FA-8113-4FA9-9267-67C1513F6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480200"/>
              </p:ext>
            </p:extLst>
          </p:nvPr>
        </p:nvGraphicFramePr>
        <p:xfrm>
          <a:off x="1120477" y="1636433"/>
          <a:ext cx="9849266" cy="3578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8">
                  <a:extLst>
                    <a:ext uri="{9D8B030D-6E8A-4147-A177-3AD203B41FA5}">
                      <a16:colId xmlns:a16="http://schemas.microsoft.com/office/drawing/2014/main" val="3777735575"/>
                    </a:ext>
                  </a:extLst>
                </a:gridCol>
                <a:gridCol w="904195">
                  <a:extLst>
                    <a:ext uri="{9D8B030D-6E8A-4147-A177-3AD203B41FA5}">
                      <a16:colId xmlns:a16="http://schemas.microsoft.com/office/drawing/2014/main" val="3294669186"/>
                    </a:ext>
                  </a:extLst>
                </a:gridCol>
                <a:gridCol w="802413">
                  <a:extLst>
                    <a:ext uri="{9D8B030D-6E8A-4147-A177-3AD203B41FA5}">
                      <a16:colId xmlns:a16="http://schemas.microsoft.com/office/drawing/2014/main" val="1116215563"/>
                    </a:ext>
                  </a:extLst>
                </a:gridCol>
                <a:gridCol w="503420">
                  <a:extLst>
                    <a:ext uri="{9D8B030D-6E8A-4147-A177-3AD203B41FA5}">
                      <a16:colId xmlns:a16="http://schemas.microsoft.com/office/drawing/2014/main" val="2875245599"/>
                    </a:ext>
                  </a:extLst>
                </a:gridCol>
                <a:gridCol w="904195">
                  <a:extLst>
                    <a:ext uri="{9D8B030D-6E8A-4147-A177-3AD203B41FA5}">
                      <a16:colId xmlns:a16="http://schemas.microsoft.com/office/drawing/2014/main" val="536011587"/>
                    </a:ext>
                  </a:extLst>
                </a:gridCol>
                <a:gridCol w="904195">
                  <a:extLst>
                    <a:ext uri="{9D8B030D-6E8A-4147-A177-3AD203B41FA5}">
                      <a16:colId xmlns:a16="http://schemas.microsoft.com/office/drawing/2014/main" val="474216707"/>
                    </a:ext>
                  </a:extLst>
                </a:gridCol>
                <a:gridCol w="503420">
                  <a:extLst>
                    <a:ext uri="{9D8B030D-6E8A-4147-A177-3AD203B41FA5}">
                      <a16:colId xmlns:a16="http://schemas.microsoft.com/office/drawing/2014/main" val="849069330"/>
                    </a:ext>
                  </a:extLst>
                </a:gridCol>
                <a:gridCol w="904195">
                  <a:extLst>
                    <a:ext uri="{9D8B030D-6E8A-4147-A177-3AD203B41FA5}">
                      <a16:colId xmlns:a16="http://schemas.microsoft.com/office/drawing/2014/main" val="3500527770"/>
                    </a:ext>
                  </a:extLst>
                </a:gridCol>
                <a:gridCol w="904195">
                  <a:extLst>
                    <a:ext uri="{9D8B030D-6E8A-4147-A177-3AD203B41FA5}">
                      <a16:colId xmlns:a16="http://schemas.microsoft.com/office/drawing/2014/main" val="2755214023"/>
                    </a:ext>
                  </a:extLst>
                </a:gridCol>
                <a:gridCol w="403228">
                  <a:extLst>
                    <a:ext uri="{9D8B030D-6E8A-4147-A177-3AD203B41FA5}">
                      <a16:colId xmlns:a16="http://schemas.microsoft.com/office/drawing/2014/main" val="3508771054"/>
                    </a:ext>
                  </a:extLst>
                </a:gridCol>
                <a:gridCol w="904194">
                  <a:extLst>
                    <a:ext uri="{9D8B030D-6E8A-4147-A177-3AD203B41FA5}">
                      <a16:colId xmlns:a16="http://schemas.microsoft.com/office/drawing/2014/main" val="1944112785"/>
                    </a:ext>
                  </a:extLst>
                </a:gridCol>
                <a:gridCol w="904194">
                  <a:extLst>
                    <a:ext uri="{9D8B030D-6E8A-4147-A177-3AD203B41FA5}">
                      <a16:colId xmlns:a16="http://schemas.microsoft.com/office/drawing/2014/main" val="2845706888"/>
                    </a:ext>
                  </a:extLst>
                </a:gridCol>
                <a:gridCol w="904194">
                  <a:extLst>
                    <a:ext uri="{9D8B030D-6E8A-4147-A177-3AD203B41FA5}">
                      <a16:colId xmlns:a16="http://schemas.microsoft.com/office/drawing/2014/main" val="1527641621"/>
                    </a:ext>
                  </a:extLst>
                </a:gridCol>
              </a:tblGrid>
              <a:tr h="275307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h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2165808148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x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y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k1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x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k2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x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k3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x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k4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k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1332544981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-0.03679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0.05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0.981606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-0.03454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0.982729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-0.03454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0.965457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-0.03154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-0.03442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3187932205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0.965583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-0.03154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0.15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0.949811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-0.02788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0.15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0.951644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-0.02789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0.937696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-0.02365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-0.02779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3440603336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0.937796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-0.02365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0.25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0.925972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-0.01893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0.25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0.928333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-0.01895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0.918841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-0.01386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-0.01888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1494876866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0.918918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-0.01386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0.911989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-0.00848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0.35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0.914679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-0.00853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0.910387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-0.00298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-0.00848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3464853355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0.910442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-0.00298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0.45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0.908953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0.00266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0.45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0.911772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0.002581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0.913023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0.008202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0.002618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759949548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0.91306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0.008201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0.91716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0.013727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0.55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0.919923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0.013626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0.926686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0.018973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0.013647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3557464012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0.926707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0.018972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0.936193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0.024079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0.938746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0.023966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0.950672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0.028775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0.023973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2940344314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0.95068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0.028775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0.75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0.965067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0.033245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0.75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0.967302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0.033131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0.98381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0.037231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0.033126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1359721065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0.983806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0.037232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0.85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1.002422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0.040941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0.85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1.004276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0.040836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1.024642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0.044148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0.040822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3882199395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1.024628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0.044149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1.046703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0.047059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1.048158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0.046971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1.071599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0.049492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0.04695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1659383917"/>
                  </a:ext>
                </a:extLst>
              </a:tr>
              <a:tr h="27530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1.071578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0.049493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1.096325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0.051631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1.097394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0.051563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1.1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1.123142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0.053342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0.051537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269" marR="12269" marT="12269" marB="0" anchor="b"/>
                </a:tc>
                <a:extLst>
                  <a:ext uri="{0D108BD9-81ED-4DB2-BD59-A6C34878D82A}">
                    <a16:rowId xmlns:a16="http://schemas.microsoft.com/office/drawing/2014/main" val="15549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262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otnik 3">
            <a:extLst>
              <a:ext uri="{FF2B5EF4-FFF2-40B4-BE49-F238E27FC236}">
                <a16:creationId xmlns:a16="http://schemas.microsoft.com/office/drawing/2014/main" id="{0B9F8962-62B9-4002-B220-AEAA91532473}"/>
              </a:ext>
            </a:extLst>
          </p:cNvPr>
          <p:cNvSpPr/>
          <p:nvPr/>
        </p:nvSpPr>
        <p:spPr>
          <a:xfrm>
            <a:off x="0" y="0"/>
            <a:ext cx="8077200" cy="7032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stdafx.h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fstream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1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math.h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t-IT" sz="1100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it-IT" sz="1100" dirty="0" err="1">
                <a:solidFill>
                  <a:srgbClr val="808080"/>
                </a:solidFill>
                <a:latin typeface="Consolas" panose="020B0609020204030204" pitchFamily="49" charset="0"/>
              </a:rPr>
              <a:t>define</a:t>
            </a:r>
            <a:r>
              <a:rPr lang="it-IT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100" dirty="0">
                <a:solidFill>
                  <a:srgbClr val="6F008A"/>
                </a:solidFill>
                <a:latin typeface="Consolas" panose="020B0609020204030204" pitchFamily="49" charset="0"/>
              </a:rPr>
              <a:t>M_PI</a:t>
            </a:r>
            <a:r>
              <a:rPr lang="it-IT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atan</a:t>
            </a:r>
            <a:r>
              <a:rPr lang="it-IT" sz="1100" dirty="0">
                <a:solidFill>
                  <a:srgbClr val="000000"/>
                </a:solidFill>
                <a:latin typeface="Consolas" panose="020B0609020204030204" pitchFamily="49" charset="0"/>
              </a:rPr>
              <a:t>(1)*4.0</a:t>
            </a:r>
          </a:p>
          <a:p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 f(</a:t>
            </a:r>
            <a:r>
              <a:rPr lang="fr-FR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08080"/>
                </a:solidFill>
                <a:latin typeface="Consolas" panose="020B0609020204030204" pitchFamily="49" charset="0"/>
              </a:rPr>
              <a:t>y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s-E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(5 * </a:t>
            </a:r>
            <a:r>
              <a:rPr lang="es-ES" sz="11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" sz="11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s-ES" sz="1100" dirty="0">
                <a:solidFill>
                  <a:srgbClr val="808080"/>
                </a:solidFill>
                <a:latin typeface="Consolas" panose="020B0609020204030204" pitchFamily="49" charset="0"/>
              </a:rPr>
              <a:t>y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 / exp(</a:t>
            </a:r>
            <a:r>
              <a:rPr lang="es-ES" sz="11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100" dirty="0">
                <a:solidFill>
                  <a:srgbClr val="808080"/>
                </a:solidFill>
                <a:latin typeface="Consolas" panose="020B0609020204030204" pitchFamily="49" charset="0"/>
              </a:rPr>
              <a:t>y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fr-FR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 k1, k2, k3, k4, k;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x0, y0, 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xn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yn,x,y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h = 0.01;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x0 = 0;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y0 = 1;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xn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= x0;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y = y0;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yn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= y0;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(x = x0; x &lt; 1; x += h) {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sz="1100" dirty="0">
                <a:solidFill>
                  <a:srgbClr val="000000"/>
                </a:solidFill>
                <a:latin typeface="Consolas" panose="020B0609020204030204" pitchFamily="49" charset="0"/>
              </a:rPr>
              <a:t>k1 = h * f(xn, yn);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xn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+= h / 2.0;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yn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+= k1 / 2;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sz="1100" dirty="0">
                <a:solidFill>
                  <a:srgbClr val="000000"/>
                </a:solidFill>
                <a:latin typeface="Consolas" panose="020B0609020204030204" pitchFamily="49" charset="0"/>
              </a:rPr>
              <a:t>k2= h * f(xn, yn);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yn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+= k2 / 2;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sz="1100" dirty="0">
                <a:solidFill>
                  <a:srgbClr val="000000"/>
                </a:solidFill>
                <a:latin typeface="Consolas" panose="020B0609020204030204" pitchFamily="49" charset="0"/>
              </a:rPr>
              <a:t>k3 = h * f(xn, yn);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xn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+= h / 2.0;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yn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+= k3;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sz="1100" dirty="0">
                <a:solidFill>
                  <a:srgbClr val="000000"/>
                </a:solidFill>
                <a:latin typeface="Consolas" panose="020B0609020204030204" pitchFamily="49" charset="0"/>
              </a:rPr>
              <a:t>k4= h * f(xn, yn);</a:t>
            </a:r>
          </a:p>
          <a:p>
            <a:endParaRPr lang="en-GB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n-NO" sz="1100" dirty="0">
                <a:solidFill>
                  <a:srgbClr val="000000"/>
                </a:solidFill>
                <a:latin typeface="Consolas" panose="020B0609020204030204" pitchFamily="49" charset="0"/>
              </a:rPr>
              <a:t>k = 1.0 / 6.0 * (k1 + 2 * k2 + 2 * k3 + k4);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y += k;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100" dirty="0">
                <a:solidFill>
                  <a:srgbClr val="A31515"/>
                </a:solidFill>
                <a:latin typeface="Consolas" panose="020B0609020204030204" pitchFamily="49" charset="0"/>
              </a:rPr>
              <a:t>"x = %.2f k1=%.3f k2=%.3f k3=%.3f k4=%.3f y=%.3f\n"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,x+h,k1,k2,k3,k4,y);</a:t>
            </a:r>
          </a:p>
          <a:p>
            <a:r>
              <a:rPr lang="sl-SI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l-SI" sz="11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40332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1982B54D271144881CC44BC406B464" ma:contentTypeVersion="2" ma:contentTypeDescription="Ustvari nov dokument." ma:contentTypeScope="" ma:versionID="ed5682cbe24e86744de2b038ee93f380">
  <xsd:schema xmlns:xsd="http://www.w3.org/2001/XMLSchema" xmlns:xs="http://www.w3.org/2001/XMLSchema" xmlns:p="http://schemas.microsoft.com/office/2006/metadata/properties" xmlns:ns2="123ef943-1559-4e4f-bab0-37934a560dbf" targetNamespace="http://schemas.microsoft.com/office/2006/metadata/properties" ma:root="true" ma:fieldsID="21c785598f4025713b11969cb4cfe1a2" ns2:_="">
    <xsd:import namespace="123ef943-1559-4e4f-bab0-37934a560d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f943-1559-4e4f-bab0-37934a560d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4FA5E6-C3DA-4F84-B62B-7EB83AEDED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3265F-F762-497B-8B35-64D43226C36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250D1B3-FC8F-4177-94EE-DCD6CCB3FD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f943-1559-4e4f-bab0-37934a560d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1048</Words>
  <Application>Microsoft Office PowerPoint</Application>
  <PresentationFormat>Širokozaslonsko</PresentationFormat>
  <Paragraphs>296</Paragraphs>
  <Slides>23</Slides>
  <Notes>6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Officeova tema</vt:lpstr>
      <vt:lpstr>Numerično integriranje</vt:lpstr>
      <vt:lpstr>Analitičen pogled na integral</vt:lpstr>
      <vt:lpstr>Osnovna ideja je površina pod krivuljo</vt:lpstr>
      <vt:lpstr>Pravilo pravokotnikov</vt:lpstr>
      <vt:lpstr>Trapezno pravilo</vt:lpstr>
      <vt:lpstr>Trapezno pravilo</vt:lpstr>
      <vt:lpstr>Simsonovo pravilo</vt:lpstr>
      <vt:lpstr>Simsonovo pravilo</vt:lpstr>
      <vt:lpstr>Simsonovo pravilo</vt:lpstr>
      <vt:lpstr>Naloga</vt:lpstr>
      <vt:lpstr>Reševanje diferencialnih enačb</vt:lpstr>
      <vt:lpstr>Eulerjeva metoda</vt:lpstr>
      <vt:lpstr>RK4</vt:lpstr>
      <vt:lpstr>RK4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Numerično integriranje</dc:title>
  <dc:creator>Rene Markovič</dc:creator>
  <cp:lastModifiedBy>Rene Markovič</cp:lastModifiedBy>
  <cp:revision>13</cp:revision>
  <dcterms:modified xsi:type="dcterms:W3CDTF">2025-03-17T14:45:52Z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0x010100841982B54D271144881CC44BC406B464</vt:lpwstr>
  </property>
</Properties>
</file>